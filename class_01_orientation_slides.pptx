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0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Machine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뇌-마음-행동 오리엔테이션 &amp; Agentic AI Paradigm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차지욱 교수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서울대학교 심리학과 / 커넥톰연구실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3일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진행 순서 (75분)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프롤로그: The Grand Disruption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 철학 소개 · 평가의 이원화 (Oxford Bifurcation)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89888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94560" y="2066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코스의 철학: Neuroscience of Agency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94560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Inside-Out Paradigm · Action Machine · Controlled Hallucination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0312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71600" y="2816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194560" y="2779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및 에이전시 설문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194560" y="3054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코드 실시간 참여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816352"/>
            <a:ext cx="365760" cy="3657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31520" y="3511296"/>
            <a:ext cx="457200" cy="45720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371600" y="3529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20분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19456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Onboarding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219456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as Action · 오딧 로그(Audit Log) 평가 기준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529584"/>
            <a:ext cx="365760" cy="3657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371600" y="42428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219456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에필로그 및 첫 과제 안내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219456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알파고와 나의 반응 (AlphaGo Assignment)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24281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Illusion of the Passive Receiver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29260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Outside-In (기존 방식)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 = 수동적인 카메라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정보를 필름에 기록하듯 담고, 나중에 꺼내 쓰는 방식.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'배움' = 단순한 지식의 축적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657600" cy="2926080"/>
          </a:xfrm>
          <a:prstGeom prst="rect">
            <a:avLst/>
          </a:prstGeom>
          <a:solidFill>
            <a:srgbClr val="2A2522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73152" cy="2926080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Inside-Out (우리의 방식)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1031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 = 능동적인 프로젝터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뇌는 이미 가설을 세상에 투사하고, 행동으로 세상과 부딪히며, 예측 오류만이 유일한 학습 데이터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György Buzsáki, The Brain from Inside Out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Preconfigured Dictionary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뇌는 빈 도화지가 아니다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solidFill>
            <a:srgbClr val="2A252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뇌는 진화적으로 보존된 내부 역학을 통해 무수한 잠재적 신경 궤적을 이미 생성해 둔 "준비된 사전"이다. 학습이란 새 회로의 창조가 아니라, 기존 패턴과 새 경험의 매칭이다.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606040"/>
            <a:ext cx="246888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해마의 사전 재생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미로 진입 전 수면 중에 이미 향후 발화 시퀀스가 나타남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606040"/>
            <a:ext cx="246888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갓 태어난 쥐의 첫 탐색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생후 15~17일, 성체 수준의 장소장과 시퀀스가 경험 전에 이미 준비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606040"/>
            <a:ext cx="246888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쳇바퀴 실험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Pastalkova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감각 변화 없이도 해마 뉴런이 1초 단위로 고유한 시퀀스 자발 생성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Machine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행동이 지각을 앞선다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"Meaning is born exclusively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C8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movement."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3657600" cy="1645920"/>
          </a:xfrm>
          <a:prstGeom prst="rect">
            <a:avLst/>
          </a:prstGeom>
          <a:solidFill>
            <a:srgbClr val="3A33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우선주의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멍게(Tunicate)는 정착 후 자신의 신경계를 소화시킵니다 — 움직임이 없으면 뇌가 필요 없기 때문입니다.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3017520"/>
            <a:ext cx="3657600" cy="1645920"/>
          </a:xfrm>
          <a:prstGeom prst="rect">
            <a:avLst/>
          </a:prstGeom>
          <a:solidFill>
            <a:srgbClr val="3A33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Discharge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뇌가 운동 명령을 내릴 때, 그 복사본을 감각 시스템에 보내 자신의 움직임과 외부 변화를 구별합니다.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100-decibel Intentional Silence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귀뚜라미의 자기수용성 방전 (Corollary Discharge)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수컷 귀뚜라미의 마찰음 = ~100dB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포식자 발소리보다 훨씬 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그런데도 청각 유지 필요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억제성 뉴런이 소리 생성 명령과 동기화되어 1차 청각 뉴런을 선택적으로 억제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자신이 만든 신호 = 상쇄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포식자의 미세한 소리 = 감지 유지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적응형 필터링 완성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감각은 행동을 통해 접지(Grounding)된다 — 감각을 수동적으로 받기만 하면 아무 의미 없는 자극에 불과하다.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Hallucination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뇌는 현실을 '창조'한다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2A252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뇌의 목적은 객관적 진실의 파악이 아니라, 생존과 번식에 유용한 결과를 예측하는 것이다.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23160"/>
            <a:ext cx="54864" cy="24688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 현상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Phenomenon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움직임 없이 뇌가 '이동'을 인식. 두 공의 색이 다르면 중간 지점에서 색 변화까지 환각으로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42316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423160"/>
            <a:ext cx="54864" cy="24688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 시각의 환각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Saccadic Suppression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눈은 초당 3~4회 홱보기를 하며 시각이 차단되지만, 뇌가 '끊김 없는 연속 시각'을 직조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423160"/>
            <a:ext cx="54864" cy="24688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마비 (가위눌림)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Paralysis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검증 불가능한 상태에서, 들어온 신호를 악마의 목소리나 괴물로 오해하는 극단적 환각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Good-enough Brain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Precision Brain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질문하는 뇌와 오류에서 배우는 뇌 — Log-normal Distribution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365760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Good-enough Brain (~10-20%)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소수의 허브 뉴런이 과거 경험 중 가장 유사한 궤적을 재빨리 꺼내 "아마 이것일 것이다"라는 초기 가설(Best Guess)을 생성 → 행동 촉발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6596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1417320"/>
            <a:ext cx="3657600" cy="1554480"/>
          </a:xfrm>
          <a:prstGeom prst="rect">
            <a:avLst/>
          </a:prstGeom>
          <a:solidFill>
            <a:srgbClr val="2A2522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377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감각 vs 실제 입력 비교. 일치하면 학습 0. 불일치(Mismatch) 발생 시 정향 반응(Orienting Response) 촉발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246120"/>
            <a:ext cx="7680960" cy="54864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Brain (~80-90%)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대다수의 느리게 발화하는 유연한 뉴런들이 동원되어, 초기 가설의 뼈대(Scaffold)에 새로운 세부사항을 통합하고 오차를 정밀하게 줄여나간다.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AI와 대화할 때 뇌에서 일어나는 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548640" cy="548640"/>
          </a:xfrm>
          <a:prstGeom prst="ellipse">
            <a:avLst/>
          </a:prstGeom>
          <a:solidFill>
            <a:srgbClr val="C8A04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325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질문 전, Good-enough Brain이 이미 "답은 아마 이럴 것이다"라는 가설을 생성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답변이 예상과 어긋나는 순간 — 그것이 예측 오류이고, 배움의 화폐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다른가?"를 파고드는 후속 질문 — Precision Brain을 가동시키는 행동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오류가 0인 대화 = Precision Brain이 꺼진 대화 = 학습이 0인 대화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Inference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능동적 추론과 인식론적 책임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뇌는 감각을 수동적으로 기다리지 않는다.
</a:t>
            </a:r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끊임없이 능동적으로 예측하고 가설을 테스트하는 시스템이다.
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오류 발생 시 두 가지 수행:
</a:t>
            </a:r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내부 모델 업데이트 (지각)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정향 반응 촉발 → 행동 개시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2103120"/>
            <a:ext cx="1371600" cy="1371600"/>
          </a:xfrm>
          <a:prstGeom prst="ellipse">
            <a:avLst/>
          </a:prstGeom>
          <a:solidFill>
            <a:srgbClr val="2A2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solidFill>
            <a:srgbClr val="2A252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160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캄캄한 방에서 문 손잡이 찾기: 이미 "이쯤에 있을 것"이라는 Prior를 가지고 손을 뻗는다(Action). 5cm의 어긋남(Prediction Error)이 뇌를 가장 빠르게 업데이트한다.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AI: 질문하기의 도구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463040"/>
            <a:ext cx="822960" cy="822960"/>
          </a:xfrm>
          <a:prstGeom prst="ellipse">
            <a:avLst/>
          </a:prstGeom>
          <a:solidFill>
            <a:srgbClr val="2A2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First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코딩을 매뉴얼부터 배우는 대신, "내 질문을 테스트할 방법"을 에이전트에게 지시(Action)한다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rgbClr val="2A25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576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생성한 결과물을 보고, 내 처음 질문과 가설이 맞았는지 다시 생각(Prediction Error)한다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463040"/>
            <a:ext cx="822960" cy="822960"/>
          </a:xfrm>
          <a:prstGeom prst="ellipse">
            <a:avLst/>
          </a:prstGeom>
          <a:solidFill>
            <a:srgbClr val="2A252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002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&gt; Answer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08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것은 AI가 내준 정답이 아니라, '올바른 질문을 던지고 테스트하는 과정' 그 자체다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원칙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645920"/>
          </a:xfrm>
          <a:prstGeom prst="rect">
            <a:avLst/>
          </a:prstGeom>
          <a:solidFill>
            <a:srgbClr val="3A33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행동이 지각을 앞선다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지식을 다 이해한 뒤에 AI를 쓰는 것이 아니다. 먼저 명령을 던지고(Action), 결과가 내 예상과 어떻게 다른지 확인하는 과정에서 '진짜 지식'이 형성된다.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1645920"/>
          </a:xfrm>
          <a:prstGeom prst="rect">
            <a:avLst/>
          </a:prstGeom>
          <a:solidFill>
            <a:srgbClr val="3A333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오차의 극대화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정답을 복사하는 것은 학습이 아니라 뇌를 퇴화시키는 일이다. AI를 이용해 내 가설의 허점을 찌르는 '유의미한 놀람'을 발견하라.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680960" cy="18288"/>
          </a:xfrm>
          <a:prstGeom prst="rect">
            <a:avLst/>
          </a:prstGeom>
          <a:solidFill>
            <a:srgbClr val="C8A04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과제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알파고와 나의 반응 (AlphaGo Assignment)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680960" cy="18288"/>
          </a:xfrm>
          <a:prstGeom prst="rect">
            <a:avLst/>
          </a:prstGeom>
          <a:solidFill>
            <a:srgbClr val="3A333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Buzsáki, The Brain from Inside Out · Anil Seth, Being You · Karl Friston, Active Inference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1: 뇌-마음-행동 오리엔테이션 &amp; Agentic AI Paradigm</dc:title>
  <dc:subject>PptxGenJS Presentation</dc:subject>
  <dc:creator>차지욱 교수</dc:creator>
  <cp:lastModifiedBy>차지욱 교수</cp:lastModifiedBy>
  <cp:revision>1</cp:revision>
  <dcterms:created xsi:type="dcterms:W3CDTF">2026-03-04T13:40:31Z</dcterms:created>
  <dcterms:modified xsi:type="dcterms:W3CDTF">2026-03-04T13:40:31Z</dcterms:modified>
</cp:coreProperties>
</file>