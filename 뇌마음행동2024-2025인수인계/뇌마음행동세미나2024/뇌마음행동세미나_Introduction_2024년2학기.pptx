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00" r:id="rId1"/>
  </p:sldMasterIdLst>
  <p:notesMasterIdLst>
    <p:notesMasterId r:id="rId6"/>
  </p:notesMasterIdLst>
  <p:sldIdLst>
    <p:sldId id="256" r:id="rId2"/>
    <p:sldId id="306" r:id="rId3"/>
    <p:sldId id="295" r:id="rId4"/>
    <p:sldId id="305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8"/>
    <p:restoredTop sz="92976"/>
  </p:normalViewPr>
  <p:slideViewPr>
    <p:cSldViewPr snapToGrid="0" snapToObjects="1">
      <p:cViewPr varScale="1">
        <p:scale>
          <a:sx n="137" d="100"/>
          <a:sy n="137" d="100"/>
        </p:scale>
        <p:origin x="200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A65EF-7F76-3C42-A6E3-115693756AA7}" type="datetimeFigureOut">
              <a:rPr lang="en-US" smtClean="0"/>
              <a:t>9/2/24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C8DAE-0E51-304E-9F8C-3AE4F286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336E-BC03-6C84-9C48-DE0FBBA50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C40E0-D457-DC84-BA4B-02BAD1C72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EF9F-99A1-42C9-0CB2-7826BC34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8770C-8747-F75C-262E-3FCB2937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651FB-EF24-C0DC-788C-AC491D16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61D6-B3B1-CA58-FE7B-11B2E915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EF90-5E43-EABB-635B-279EAC7D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40FCA-1751-E542-5B72-31E96198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FEF62-1605-92A8-7F3D-04CFD7F0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C13CC-ED21-ADA5-5B49-4E72AC8A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0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43CF-FD43-EC6F-FC66-574A967D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621A-C8C3-CE67-2351-AAAF70A2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E1F9-5244-C8B7-9842-560B5DD8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F693-6AD8-C5E7-B999-44EA7BD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05F4A-AC2D-8E3A-E35A-639EA8C4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7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FBCB-43B7-E900-07AB-920217A5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E334-0D8E-5D50-4823-F0817CEF3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D4D69-DD04-B657-B384-2DCE92019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52E2-E78A-E00D-F34D-E9E00B1E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B5250-5CE7-E4C2-38C9-FE675F93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7C6C-B99C-770D-3AAB-4D42A86D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D87D-9810-2E23-749C-1403052D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E5A15-32D7-FB70-CEE7-BDB5A2741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78440-C80B-8FE1-61F0-4D55EF766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FBA6A-6735-A08E-5627-9E59D93B5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A57B5-7268-2970-D9EA-78AE8952B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60905-C99C-DDCB-D77F-C1B899B8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0FB15-7094-CBF1-29BB-392F309F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385A1-B0FC-4602-A166-E1568A80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36D5-3745-B9C5-4E19-3CDDB7C1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40086-A7B8-EBEF-2351-7A617440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7BE20-9BAB-8F2D-847A-CC9416F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4C80-7251-1AAC-230F-AF7970AA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6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83122-8B65-3893-A65D-B92B659F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DD92F-FADA-A92B-AF29-C602E7A6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F80F-189E-5D0B-3C35-F6CA2E66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6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564B-4333-4248-134D-2FA430C5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D761-3678-E7D4-B28B-F52D79D3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A321D-A6C7-3591-0D8D-143B5AA90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AAF11-7A6C-009B-4349-92E9C41D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7D287-D924-F8C9-845E-FE17EA1A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3605E-FDF4-1AC7-C7B7-53535EFD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4804-CDBF-EB26-EFDA-B60E664D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05707-85AE-CD5B-B64F-30750022E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7B51C-99DE-B915-E2AE-A3BD8338D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6F1F8-C824-C9CF-4E5A-9B276FDD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03E62-EBD0-D1AB-3BE1-2D96039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1AB92-E97F-27C6-F17B-52887B7C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BAF5-CD83-DCC8-E83A-B88C5BE6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E2D7E-6E4F-71B5-AD73-77D267E7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539DD-793C-4C6C-F1DD-A36333C1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B484-236C-9AB5-F963-1D58E40C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A557-FF0B-A9A4-4DD9-3970584A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3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ECA42-DCD8-2042-EFE6-4180F4F78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31149-AA56-7C4C-82EB-AD5BFC456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B6C7E-5250-CBB2-D321-0AC7F7A5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1C8B-1826-B043-51E8-D65852D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2E93-8E7D-7D0F-4C15-B66CB1FC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8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3A89B-2F68-391F-45D5-673F28DC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269E6-EF10-161B-5941-A5013B8A5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AB5A-55D3-822E-22E3-38874E416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62160-435C-DE44-6A10-DBABE0D4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7969-8C21-17A0-B9D2-87ECE185B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4FA0E-1C60-E840-AF4E-19BB653B0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485" y="1600200"/>
            <a:ext cx="8201552" cy="2295748"/>
          </a:xfrm>
        </p:spPr>
        <p:txBody>
          <a:bodyPr anchor="b">
            <a:normAutofit/>
          </a:bodyPr>
          <a:lstStyle/>
          <a:p>
            <a:r>
              <a:rPr lang="ko-KR" altLang="en-US" sz="4800"/>
              <a:t>뇌</a:t>
            </a:r>
            <a:r>
              <a:rPr lang="en-US" altLang="ko-KR" sz="4800"/>
              <a:t>-</a:t>
            </a:r>
            <a:r>
              <a:rPr lang="ko-KR" altLang="en-US" sz="4800"/>
              <a:t>마음</a:t>
            </a:r>
            <a:r>
              <a:rPr lang="en-US" altLang="ko-KR" sz="4800"/>
              <a:t>-</a:t>
            </a:r>
            <a:r>
              <a:rPr lang="ko-KR" altLang="en-US" sz="4800"/>
              <a:t>행동</a:t>
            </a:r>
            <a:br>
              <a:rPr lang="en-US" sz="4800"/>
            </a:br>
            <a:br>
              <a:rPr lang="en-US" sz="4800"/>
            </a:br>
            <a:r>
              <a:rPr lang="ko-KR" altLang="en-US" sz="4800" b="1"/>
              <a:t>세미나</a:t>
            </a:r>
            <a:endParaRPr lang="en-US" sz="48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D79F7-D101-7C4B-B484-66B7EA6C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485" y="4067661"/>
            <a:ext cx="8201552" cy="1118764"/>
          </a:xfrm>
        </p:spPr>
        <p:txBody>
          <a:bodyPr anchor="t">
            <a:normAutofit/>
          </a:bodyPr>
          <a:lstStyle/>
          <a:p>
            <a:r>
              <a:rPr lang="ko-KR" altLang="en-US" sz="2000">
                <a:solidFill>
                  <a:schemeClr val="tx1">
                    <a:alpha val="70000"/>
                  </a:schemeClr>
                </a:solidFill>
              </a:rPr>
              <a:t>이수현  교수</a:t>
            </a:r>
            <a:endParaRPr lang="en-US" sz="2000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19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1849D0-0C07-41CA-D9F6-D9496A4114A5}"/>
              </a:ext>
            </a:extLst>
          </p:cNvPr>
          <p:cNvSpPr txBox="1"/>
          <p:nvPr/>
        </p:nvSpPr>
        <p:spPr>
          <a:xfrm>
            <a:off x="819912" y="889843"/>
            <a:ext cx="1041196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심리학</a:t>
            </a:r>
            <a:r>
              <a:rPr lang="en-US" altLang="ko-KR" dirty="0"/>
              <a:t>, </a:t>
            </a:r>
            <a:r>
              <a:rPr lang="ko-KR" altLang="en-US" dirty="0"/>
              <a:t>인지과학</a:t>
            </a:r>
            <a:r>
              <a:rPr lang="en-US" altLang="ko-KR" dirty="0"/>
              <a:t>, </a:t>
            </a:r>
            <a:r>
              <a:rPr lang="ko-KR" altLang="en-US" dirty="0"/>
              <a:t>신경과학</a:t>
            </a:r>
            <a:r>
              <a:rPr lang="en-US" altLang="ko-KR" dirty="0"/>
              <a:t>, </a:t>
            </a:r>
            <a:r>
              <a:rPr lang="ko-KR" altLang="en-US" dirty="0" err="1"/>
              <a:t>정보학</a:t>
            </a:r>
            <a:r>
              <a:rPr lang="en-US" altLang="ko-KR" dirty="0"/>
              <a:t>, </a:t>
            </a:r>
            <a:r>
              <a:rPr lang="ko-KR" altLang="en-US" dirty="0"/>
              <a:t>생명과학</a:t>
            </a:r>
            <a:r>
              <a:rPr lang="en-US" altLang="ko-KR" dirty="0"/>
              <a:t>, </a:t>
            </a:r>
            <a:r>
              <a:rPr lang="en-US" dirty="0"/>
              <a:t>AI </a:t>
            </a:r>
            <a:r>
              <a:rPr lang="ko-KR" altLang="en-US" dirty="0"/>
              <a:t>분야 등 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 연계전공 관련 세미나 혹은 </a:t>
            </a:r>
            <a:r>
              <a:rPr lang="ko-KR" altLang="en-US" dirty="0" err="1"/>
              <a:t>심포지움에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회 이상 참여하고 보고서를 작성하여 제출해야 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세미나 안내는 연계전공 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 또는 심리학과 홈페이지의 공지사항 안내와</a:t>
            </a:r>
            <a:r>
              <a:rPr lang="en-US" altLang="ko-KR" dirty="0"/>
              <a:t>  </a:t>
            </a:r>
            <a:r>
              <a:rPr lang="en-US" altLang="ko-KR" dirty="0" err="1"/>
              <a:t>eTL</a:t>
            </a:r>
            <a:r>
              <a:rPr lang="en-US" altLang="ko-KR" dirty="0"/>
              <a:t> </a:t>
            </a:r>
            <a:r>
              <a:rPr lang="ko-KR" altLang="en-US" dirty="0"/>
              <a:t>공지사항 안내를 참고해 주세요</a:t>
            </a:r>
            <a:r>
              <a:rPr lang="en-US" altLang="ko-KR" dirty="0"/>
              <a:t>. 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* </a:t>
            </a:r>
            <a:r>
              <a:rPr lang="ko-KR" altLang="en-US" dirty="0"/>
              <a:t>유의사항</a:t>
            </a:r>
            <a:r>
              <a:rPr lang="en-US" altLang="ko-KR" dirty="0"/>
              <a:t>: </a:t>
            </a:r>
            <a:r>
              <a:rPr lang="ko-KR" altLang="en-US" dirty="0"/>
              <a:t>세미나 보고서 제출 인정은 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 또는 심리학과 홈페이지 공지사항에 안내된 세미나</a:t>
            </a:r>
            <a:r>
              <a:rPr lang="en-US" altLang="ko-KR" dirty="0"/>
              <a:t>, </a:t>
            </a:r>
            <a:r>
              <a:rPr lang="ko-KR" altLang="en-US" dirty="0"/>
              <a:t>또는  </a:t>
            </a:r>
            <a:r>
              <a:rPr lang="en-US" altLang="ko-KR" dirty="0" err="1"/>
              <a:t>eTL</a:t>
            </a:r>
            <a:r>
              <a:rPr lang="ko-KR" altLang="en-US" dirty="0" err="1"/>
              <a:t>에</a:t>
            </a:r>
            <a:r>
              <a:rPr lang="ko-KR" altLang="en-US" dirty="0"/>
              <a:t>  공지된 세미나에 한정합니다</a:t>
            </a:r>
            <a:r>
              <a:rPr lang="en-US" altLang="ko-KR" dirty="0"/>
              <a:t>. </a:t>
            </a:r>
            <a:r>
              <a:rPr lang="ko-KR" altLang="en-US" dirty="0"/>
              <a:t>이 점 유의해주세요</a:t>
            </a:r>
            <a:r>
              <a:rPr lang="en-US" altLang="ko-KR" dirty="0"/>
              <a:t>! 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* 유의사항</a:t>
            </a:r>
            <a:r>
              <a:rPr lang="en-US" altLang="ko-KR" dirty="0"/>
              <a:t>:</a:t>
            </a:r>
            <a:r>
              <a:rPr lang="ko-KR" altLang="en-US" dirty="0"/>
              <a:t> 다른 세미나 수업에서 </a:t>
            </a:r>
            <a:r>
              <a:rPr lang="en-US" altLang="ko-KR" dirty="0"/>
              <a:t>credit </a:t>
            </a:r>
            <a:r>
              <a:rPr lang="ko-KR" altLang="en-US" dirty="0"/>
              <a:t>인정 받은 세미나는 중복하여 점수를 받을 수 없습니다</a:t>
            </a:r>
            <a:r>
              <a:rPr lang="en-US" altLang="ko-KR" dirty="0"/>
              <a:t>.</a:t>
            </a:r>
            <a:r>
              <a:rPr lang="ko-KR" altLang="en-US" dirty="0"/>
              <a:t> 이 점 유의해주세요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r>
              <a:rPr lang="ko-KR" altLang="en-US" dirty="0" err="1"/>
              <a:t>적발시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점 처리합니다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en-US" dirty="0"/>
              <a:t>Introduction </a:t>
            </a:r>
            <a:r>
              <a:rPr lang="ko-KR" altLang="en-US" dirty="0"/>
              <a:t>수업이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 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) </a:t>
            </a:r>
            <a:r>
              <a:rPr lang="ko-KR" altLang="en-US" dirty="0"/>
              <a:t>오후 </a:t>
            </a:r>
            <a:r>
              <a:rPr lang="en-US" altLang="ko-KR" dirty="0"/>
              <a:t>6:00-7:00 </a:t>
            </a:r>
            <a:r>
              <a:rPr lang="ko-KR" altLang="en-US" dirty="0"/>
              <a:t>온라인 수업으로 진행될 예정입니다</a:t>
            </a:r>
            <a:r>
              <a:rPr lang="en-US" altLang="ko-KR" dirty="0"/>
              <a:t>. </a:t>
            </a:r>
            <a:r>
              <a:rPr lang="ko-KR" altLang="en-US" dirty="0"/>
              <a:t>온라인 수업 링크는 당일 날 오전에 </a:t>
            </a:r>
            <a:r>
              <a:rPr lang="en-US" dirty="0" err="1"/>
              <a:t>eTL</a:t>
            </a:r>
            <a:r>
              <a:rPr lang="ko-KR" altLang="en-US" dirty="0"/>
              <a:t>과 이메일을 통해 수강생에게 안내될 예정입니다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13</a:t>
            </a:r>
            <a:r>
              <a:rPr lang="ko-KR" altLang="en-US" dirty="0"/>
              <a:t>일 </a:t>
            </a:r>
            <a:r>
              <a:rPr lang="en-US" altLang="ko-KR" dirty="0"/>
              <a:t>(</a:t>
            </a:r>
            <a:r>
              <a:rPr lang="ko-KR" altLang="en-US" dirty="0"/>
              <a:t>금</a:t>
            </a:r>
            <a:r>
              <a:rPr lang="en-US" altLang="ko-KR" dirty="0"/>
              <a:t>) </a:t>
            </a:r>
            <a:r>
              <a:rPr lang="ko-KR" altLang="en-US" dirty="0"/>
              <a:t>까지 </a:t>
            </a:r>
            <a:r>
              <a:rPr lang="en-US" dirty="0" err="1"/>
              <a:t>eTL</a:t>
            </a:r>
            <a:r>
              <a:rPr lang="en-US" dirty="0"/>
              <a:t> </a:t>
            </a:r>
            <a:r>
              <a:rPr lang="ko-KR" altLang="en-US" dirty="0"/>
              <a:t>보고서 업로드 창에 연계전공 관련 세미나 </a:t>
            </a:r>
            <a:r>
              <a:rPr lang="en-US" altLang="ko-KR" dirty="0"/>
              <a:t>10</a:t>
            </a:r>
            <a:r>
              <a:rPr lang="ko-KR" altLang="en-US" dirty="0"/>
              <a:t>개 이상의 보고서를 제출해야 합니다</a:t>
            </a:r>
            <a:r>
              <a:rPr lang="en-US" altLang="ko-KR" dirty="0"/>
              <a:t>. </a:t>
            </a:r>
            <a:r>
              <a:rPr lang="ko-KR" altLang="en-US" dirty="0"/>
              <a:t>양식에 따라 </a:t>
            </a:r>
            <a:r>
              <a:rPr lang="en-US" altLang="ko-KR" dirty="0"/>
              <a:t>10</a:t>
            </a:r>
            <a:r>
              <a:rPr lang="ko-KR" altLang="en-US" dirty="0"/>
              <a:t>개 이상을 제출해야만 수료가 가능합니다</a:t>
            </a:r>
            <a:r>
              <a:rPr lang="en-US" altLang="ko-KR" dirty="0"/>
              <a:t>. 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보고서 양식은 강의계획서 마지막 페이지의 양식을 사용해주세요</a:t>
            </a:r>
            <a:r>
              <a:rPr lang="en-US" altLang="ko-KR" dirty="0"/>
              <a:t>. </a:t>
            </a:r>
            <a:r>
              <a:rPr lang="ko-KR" altLang="en-US" dirty="0"/>
              <a:t>보고서 파일 제출 시</a:t>
            </a:r>
            <a:r>
              <a:rPr lang="en-US" altLang="ko-KR" dirty="0"/>
              <a:t>, </a:t>
            </a:r>
            <a:r>
              <a:rPr lang="ko-KR" altLang="en-US" dirty="0"/>
              <a:t>파일명은 “보고서</a:t>
            </a:r>
            <a:r>
              <a:rPr lang="en-US" altLang="ko-KR" dirty="0"/>
              <a:t>_</a:t>
            </a:r>
            <a:r>
              <a:rPr lang="ko-KR" altLang="en-US" dirty="0"/>
              <a:t>홍길동</a:t>
            </a:r>
            <a:r>
              <a:rPr lang="en-US" altLang="ko-KR" dirty="0"/>
              <a:t>_2024.</a:t>
            </a:r>
            <a:r>
              <a:rPr lang="en-US" dirty="0"/>
              <a:t>XX.XX”</a:t>
            </a:r>
            <a:r>
              <a:rPr lang="ko-KR" altLang="en-US" dirty="0"/>
              <a:t>로 합니다</a:t>
            </a:r>
            <a:r>
              <a:rPr lang="en-US" altLang="ko-KR" dirty="0"/>
              <a:t>. </a:t>
            </a:r>
            <a:r>
              <a:rPr lang="ko-KR" altLang="en-US" dirty="0"/>
              <a:t>수기나 타이핑 작성 모두 가능하나</a:t>
            </a:r>
            <a:r>
              <a:rPr lang="en-US" altLang="ko-KR" dirty="0"/>
              <a:t>, </a:t>
            </a:r>
            <a:r>
              <a:rPr lang="ko-KR" altLang="en-US" dirty="0"/>
              <a:t>내용을 알아보는데 문제가 없어야 합니다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49B95-A8F0-0B9E-F9C5-84803190EF23}"/>
              </a:ext>
            </a:extLst>
          </p:cNvPr>
          <p:cNvSpPr txBox="1"/>
          <p:nvPr/>
        </p:nvSpPr>
        <p:spPr>
          <a:xfrm>
            <a:off x="0" y="299966"/>
            <a:ext cx="12051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800" b="1" dirty="0"/>
              <a:t>진행 안내</a:t>
            </a:r>
          </a:p>
        </p:txBody>
      </p:sp>
    </p:spTree>
    <p:extLst>
      <p:ext uri="{BB962C8B-B14F-4D97-AF65-F5344CB8AC3E}">
        <p14:creationId xmlns:p14="http://schemas.microsoft.com/office/powerpoint/2010/main" val="231493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aper&#10;&#10;Description automatically generated">
            <a:extLst>
              <a:ext uri="{FF2B5EF4-FFF2-40B4-BE49-F238E27FC236}">
                <a16:creationId xmlns:a16="http://schemas.microsoft.com/office/drawing/2014/main" id="{D0B60433-9BCD-1AF7-FC11-6F15C06F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412" y="0"/>
            <a:ext cx="5061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06CC4-5104-1F4D-A810-C0D6EFF6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485" y="1600200"/>
            <a:ext cx="8201552" cy="22957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F09FA-A28C-7740-A3A1-AC4B8F0D4015}"/>
              </a:ext>
            </a:extLst>
          </p:cNvPr>
          <p:cNvSpPr txBox="1"/>
          <p:nvPr/>
        </p:nvSpPr>
        <p:spPr>
          <a:xfrm>
            <a:off x="6092261" y="5257800"/>
            <a:ext cx="5361036" cy="1118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ko-KR" altLang="en-US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문의</a:t>
            </a:r>
            <a:r>
              <a:rPr lang="en-US" altLang="ko-KR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한재원 조교 </a:t>
            </a:r>
            <a:r>
              <a:rPr lang="en-US" altLang="ko-KR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2000" b="0" i="0" kern="1200" dirty="0">
                <a:solidFill>
                  <a:schemeClr val="tx1">
                    <a:alpha val="70000"/>
                  </a:schemeClr>
                </a:solidFill>
                <a:effectLst/>
                <a:latin typeface="+mn-lt"/>
                <a:ea typeface="+mn-ea"/>
                <a:cs typeface="+mn-cs"/>
              </a:rPr>
              <a:t>jw981127@snu.ac.kr</a:t>
            </a:r>
            <a:r>
              <a:rPr lang="en-US" altLang="ko-KR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endParaRPr lang="en-US" sz="2000" kern="1200" dirty="0">
              <a:solidFill>
                <a:schemeClr val="tx1">
                  <a:alpha val="7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98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235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뇌-마음-행동  세미나</vt:lpstr>
      <vt:lpstr>PowerPoint Presentation</vt:lpstr>
      <vt:lpstr>PowerPoint Presentation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Sue-Hyun Lee</dc:creator>
  <cp:lastModifiedBy>Sue-Hyun Lee</cp:lastModifiedBy>
  <cp:revision>87</cp:revision>
  <dcterms:created xsi:type="dcterms:W3CDTF">2020-04-27T08:21:55Z</dcterms:created>
  <dcterms:modified xsi:type="dcterms:W3CDTF">2024-09-02T08:56:11Z</dcterms:modified>
</cp:coreProperties>
</file>