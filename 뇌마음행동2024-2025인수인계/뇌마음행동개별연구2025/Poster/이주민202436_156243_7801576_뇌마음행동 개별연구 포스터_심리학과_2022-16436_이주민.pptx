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9288" cy="43200638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" roundtripDataSignature="AMtx7mgQQex2AJcqbRTXDH5A0xWDSmUd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99CCFF"/>
    <a:srgbClr val="FFFFFF"/>
    <a:srgbClr val="66CCFF"/>
    <a:srgbClr val="BDE5EF"/>
    <a:srgbClr val="BAE9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E4A6A8-7744-449A-AC58-99B57D832448}" v="237" dt="2025-12-12T12:57:35.7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79" autoAdjust="0"/>
    <p:restoredTop sz="94716"/>
  </p:normalViewPr>
  <p:slideViewPr>
    <p:cSldViewPr snapToGrid="0">
      <p:cViewPr>
        <p:scale>
          <a:sx n="33" d="100"/>
          <a:sy n="33" d="100"/>
        </p:scale>
        <p:origin x="931" y="-3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1" Type="http://schemas.microsoft.com/office/2016/11/relationships/changesInfo" Target="changesInfos/changesInfo1.xml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omin Lee" userId="295787ef931d1e89" providerId="LiveId" clId="{A980E23A-7B14-4737-AE21-86FDE3A8FF2D}"/>
    <pc:docChg chg="undo redo custSel modSld">
      <pc:chgData name="Joomin Lee" userId="295787ef931d1e89" providerId="LiveId" clId="{A980E23A-7B14-4737-AE21-86FDE3A8FF2D}" dt="2025-12-12T12:57:36.883" v="5258" actId="1076"/>
      <pc:docMkLst>
        <pc:docMk/>
      </pc:docMkLst>
      <pc:sldChg chg="addSp delSp modSp mod">
        <pc:chgData name="Joomin Lee" userId="295787ef931d1e89" providerId="LiveId" clId="{A980E23A-7B14-4737-AE21-86FDE3A8FF2D}" dt="2025-12-12T12:57:36.883" v="5258" actId="1076"/>
        <pc:sldMkLst>
          <pc:docMk/>
          <pc:sldMk cId="0" sldId="256"/>
        </pc:sldMkLst>
        <pc:spChg chg="add del mod">
          <ac:chgData name="Joomin Lee" userId="295787ef931d1e89" providerId="LiveId" clId="{A980E23A-7B14-4737-AE21-86FDE3A8FF2D}" dt="2025-12-12T08:20:20.871" v="3189" actId="478"/>
          <ac:spMkLst>
            <pc:docMk/>
            <pc:sldMk cId="0" sldId="256"/>
            <ac:spMk id="4" creationId="{E651AD13-F9C5-5DB8-CB5A-583C431E2023}"/>
          </ac:spMkLst>
        </pc:spChg>
        <pc:spChg chg="add del mod">
          <ac:chgData name="Joomin Lee" userId="295787ef931d1e89" providerId="LiveId" clId="{A980E23A-7B14-4737-AE21-86FDE3A8FF2D}" dt="2025-12-12T08:20:20.873" v="3191"/>
          <ac:spMkLst>
            <pc:docMk/>
            <pc:sldMk cId="0" sldId="256"/>
            <ac:spMk id="5" creationId="{0D692BA3-EB61-C240-B437-9CA7241502BB}"/>
          </ac:spMkLst>
        </pc:spChg>
        <pc:spChg chg="add del mod">
          <ac:chgData name="Joomin Lee" userId="295787ef931d1e89" providerId="LiveId" clId="{A980E23A-7B14-4737-AE21-86FDE3A8FF2D}" dt="2025-12-12T07:08:56.544" v="1645" actId="11529"/>
          <ac:spMkLst>
            <pc:docMk/>
            <pc:sldMk cId="0" sldId="256"/>
            <ac:spMk id="8" creationId="{4858D7DA-36F6-BDE8-ED54-FC4C0E54CE66}"/>
          </ac:spMkLst>
        </pc:spChg>
        <pc:spChg chg="add mod">
          <ac:chgData name="Joomin Lee" userId="295787ef931d1e89" providerId="LiveId" clId="{A980E23A-7B14-4737-AE21-86FDE3A8FF2D}" dt="2025-12-12T07:11:04.409" v="1745" actId="20577"/>
          <ac:spMkLst>
            <pc:docMk/>
            <pc:sldMk cId="0" sldId="256"/>
            <ac:spMk id="9" creationId="{458F5875-B484-359D-B111-9B10BA25BE7B}"/>
          </ac:spMkLst>
        </pc:spChg>
        <pc:spChg chg="add del mod ord">
          <ac:chgData name="Joomin Lee" userId="295787ef931d1e89" providerId="LiveId" clId="{A980E23A-7B14-4737-AE21-86FDE3A8FF2D}" dt="2025-12-12T08:09:08.290" v="3015" actId="478"/>
          <ac:spMkLst>
            <pc:docMk/>
            <pc:sldMk cId="0" sldId="256"/>
            <ac:spMk id="15" creationId="{76601887-2400-506D-BB98-DC8634049FD0}"/>
          </ac:spMkLst>
        </pc:spChg>
        <pc:spChg chg="add del mod">
          <ac:chgData name="Joomin Lee" userId="295787ef931d1e89" providerId="LiveId" clId="{A980E23A-7B14-4737-AE21-86FDE3A8FF2D}" dt="2025-12-12T12:52:55.740" v="5190" actId="478"/>
          <ac:spMkLst>
            <pc:docMk/>
            <pc:sldMk cId="0" sldId="256"/>
            <ac:spMk id="16" creationId="{48C05532-E52A-E1AC-01F3-974CB4D71126}"/>
          </ac:spMkLst>
        </pc:spChg>
        <pc:spChg chg="add del mod">
          <ac:chgData name="Joomin Lee" userId="295787ef931d1e89" providerId="LiveId" clId="{A980E23A-7B14-4737-AE21-86FDE3A8FF2D}" dt="2025-12-12T07:49:18.758" v="2738" actId="478"/>
          <ac:spMkLst>
            <pc:docMk/>
            <pc:sldMk cId="0" sldId="256"/>
            <ac:spMk id="17" creationId="{896129C5-EC2F-9D5D-1F4A-1DB4367DCFEB}"/>
          </ac:spMkLst>
        </pc:spChg>
        <pc:spChg chg="add del mod">
          <ac:chgData name="Joomin Lee" userId="295787ef931d1e89" providerId="LiveId" clId="{A980E23A-7B14-4737-AE21-86FDE3A8FF2D}" dt="2025-12-12T07:49:21.518" v="2739" actId="478"/>
          <ac:spMkLst>
            <pc:docMk/>
            <pc:sldMk cId="0" sldId="256"/>
            <ac:spMk id="18" creationId="{116CA773-98E6-1FA9-5D96-B2E64790B760}"/>
          </ac:spMkLst>
        </pc:spChg>
        <pc:spChg chg="add del mod">
          <ac:chgData name="Joomin Lee" userId="295787ef931d1e89" providerId="LiveId" clId="{A980E23A-7B14-4737-AE21-86FDE3A8FF2D}" dt="2025-12-12T07:49:14.463" v="2735" actId="478"/>
          <ac:spMkLst>
            <pc:docMk/>
            <pc:sldMk cId="0" sldId="256"/>
            <ac:spMk id="19" creationId="{826DFB5F-B47E-434D-6D37-B04C6037DE27}"/>
          </ac:spMkLst>
        </pc:spChg>
        <pc:spChg chg="add del mod">
          <ac:chgData name="Joomin Lee" userId="295787ef931d1e89" providerId="LiveId" clId="{A980E23A-7B14-4737-AE21-86FDE3A8FF2D}" dt="2025-12-12T07:49:23.244" v="2740" actId="478"/>
          <ac:spMkLst>
            <pc:docMk/>
            <pc:sldMk cId="0" sldId="256"/>
            <ac:spMk id="20" creationId="{1C724190-6D94-2FC3-1474-F9E0C9FC441B}"/>
          </ac:spMkLst>
        </pc:spChg>
        <pc:spChg chg="add del mod">
          <ac:chgData name="Joomin Lee" userId="295787ef931d1e89" providerId="LiveId" clId="{A980E23A-7B14-4737-AE21-86FDE3A8FF2D}" dt="2025-12-12T07:27:01.277" v="2192" actId="478"/>
          <ac:spMkLst>
            <pc:docMk/>
            <pc:sldMk cId="0" sldId="256"/>
            <ac:spMk id="21" creationId="{6C7D2FF3-020A-438F-2608-985234E1D365}"/>
          </ac:spMkLst>
        </pc:spChg>
        <pc:spChg chg="add del mod">
          <ac:chgData name="Joomin Lee" userId="295787ef931d1e89" providerId="LiveId" clId="{A980E23A-7B14-4737-AE21-86FDE3A8FF2D}" dt="2025-12-12T07:49:24.467" v="2741" actId="478"/>
          <ac:spMkLst>
            <pc:docMk/>
            <pc:sldMk cId="0" sldId="256"/>
            <ac:spMk id="22" creationId="{10E2E408-C5B6-EB23-B2AA-E7CFE61767DA}"/>
          </ac:spMkLst>
        </pc:spChg>
        <pc:spChg chg="add del mod">
          <ac:chgData name="Joomin Lee" userId="295787ef931d1e89" providerId="LiveId" clId="{A980E23A-7B14-4737-AE21-86FDE3A8FF2D}" dt="2025-12-12T07:49:17.822" v="2737" actId="478"/>
          <ac:spMkLst>
            <pc:docMk/>
            <pc:sldMk cId="0" sldId="256"/>
            <ac:spMk id="23" creationId="{552057DB-DB62-FBA1-F631-A989A95B79CB}"/>
          </ac:spMkLst>
        </pc:spChg>
        <pc:spChg chg="add del mod">
          <ac:chgData name="Joomin Lee" userId="295787ef931d1e89" providerId="LiveId" clId="{A980E23A-7B14-4737-AE21-86FDE3A8FF2D}" dt="2025-12-12T07:49:16.328" v="2736" actId="478"/>
          <ac:spMkLst>
            <pc:docMk/>
            <pc:sldMk cId="0" sldId="256"/>
            <ac:spMk id="24" creationId="{21A19E7F-8DAD-9387-6828-34188F24487C}"/>
          </ac:spMkLst>
        </pc:spChg>
        <pc:spChg chg="add del mod">
          <ac:chgData name="Joomin Lee" userId="295787ef931d1e89" providerId="LiveId" clId="{A980E23A-7B14-4737-AE21-86FDE3A8FF2D}" dt="2025-12-12T07:49:26.291" v="2742" actId="478"/>
          <ac:spMkLst>
            <pc:docMk/>
            <pc:sldMk cId="0" sldId="256"/>
            <ac:spMk id="25" creationId="{5B29F41C-570E-4DFD-5332-9526ED29B737}"/>
          </ac:spMkLst>
        </pc:spChg>
        <pc:spChg chg="add del">
          <ac:chgData name="Joomin Lee" userId="295787ef931d1e89" providerId="LiveId" clId="{A980E23A-7B14-4737-AE21-86FDE3A8FF2D}" dt="2025-12-12T07:32:31.817" v="2489" actId="11529"/>
          <ac:spMkLst>
            <pc:docMk/>
            <pc:sldMk cId="0" sldId="256"/>
            <ac:spMk id="26" creationId="{43C1A51C-9473-DBC4-A991-FDE46EF4A5D6}"/>
          </ac:spMkLst>
        </pc:spChg>
        <pc:spChg chg="add del mod ord">
          <ac:chgData name="Joomin Lee" userId="295787ef931d1e89" providerId="LiveId" clId="{A980E23A-7B14-4737-AE21-86FDE3A8FF2D}" dt="2025-12-12T07:34:57.726" v="2563" actId="478"/>
          <ac:spMkLst>
            <pc:docMk/>
            <pc:sldMk cId="0" sldId="256"/>
            <ac:spMk id="27" creationId="{96FE2698-B133-17A2-F449-B30C2A191CAB}"/>
          </ac:spMkLst>
        </pc:spChg>
        <pc:spChg chg="add del mod">
          <ac:chgData name="Joomin Lee" userId="295787ef931d1e89" providerId="LiveId" clId="{A980E23A-7B14-4737-AE21-86FDE3A8FF2D}" dt="2025-12-12T07:43:46.842" v="2640" actId="478"/>
          <ac:spMkLst>
            <pc:docMk/>
            <pc:sldMk cId="0" sldId="256"/>
            <ac:spMk id="30" creationId="{BEFC44D9-95C2-E802-E3EA-B0A25F5324E1}"/>
          </ac:spMkLst>
        </pc:spChg>
        <pc:spChg chg="add del mod">
          <ac:chgData name="Joomin Lee" userId="295787ef931d1e89" providerId="LiveId" clId="{A980E23A-7B14-4737-AE21-86FDE3A8FF2D}" dt="2025-12-12T12:52:55.740" v="5190" actId="478"/>
          <ac:spMkLst>
            <pc:docMk/>
            <pc:sldMk cId="0" sldId="256"/>
            <ac:spMk id="31" creationId="{CB397078-F971-5DA9-AB1F-DDA9577F9DD9}"/>
          </ac:spMkLst>
        </pc:spChg>
        <pc:spChg chg="add del mod">
          <ac:chgData name="Joomin Lee" userId="295787ef931d1e89" providerId="LiveId" clId="{A980E23A-7B14-4737-AE21-86FDE3A8FF2D}" dt="2025-12-12T12:52:55.740" v="5190" actId="478"/>
          <ac:spMkLst>
            <pc:docMk/>
            <pc:sldMk cId="0" sldId="256"/>
            <ac:spMk id="32" creationId="{10E92F4D-9766-3D1D-84A0-A2EC85948C41}"/>
          </ac:spMkLst>
        </pc:spChg>
        <pc:spChg chg="add del mod">
          <ac:chgData name="Joomin Lee" userId="295787ef931d1e89" providerId="LiveId" clId="{A980E23A-7B14-4737-AE21-86FDE3A8FF2D}" dt="2025-12-12T12:52:55.740" v="5190" actId="478"/>
          <ac:spMkLst>
            <pc:docMk/>
            <pc:sldMk cId="0" sldId="256"/>
            <ac:spMk id="33" creationId="{F91E68AD-10A5-E73D-CDB9-F3D3DACF2CD9}"/>
          </ac:spMkLst>
        </pc:spChg>
        <pc:spChg chg="add del mod">
          <ac:chgData name="Joomin Lee" userId="295787ef931d1e89" providerId="LiveId" clId="{A980E23A-7B14-4737-AE21-86FDE3A8FF2D}" dt="2025-12-12T12:52:55.740" v="5190" actId="478"/>
          <ac:spMkLst>
            <pc:docMk/>
            <pc:sldMk cId="0" sldId="256"/>
            <ac:spMk id="34" creationId="{115AB327-F052-8193-A52B-BD48FC91AA87}"/>
          </ac:spMkLst>
        </pc:spChg>
        <pc:spChg chg="add del mod">
          <ac:chgData name="Joomin Lee" userId="295787ef931d1e89" providerId="LiveId" clId="{A980E23A-7B14-4737-AE21-86FDE3A8FF2D}" dt="2025-12-12T12:52:55.740" v="5190" actId="478"/>
          <ac:spMkLst>
            <pc:docMk/>
            <pc:sldMk cId="0" sldId="256"/>
            <ac:spMk id="35" creationId="{5719D479-0F8B-B941-D305-6040DC982F7F}"/>
          </ac:spMkLst>
        </pc:spChg>
        <pc:spChg chg="add del mod">
          <ac:chgData name="Joomin Lee" userId="295787ef931d1e89" providerId="LiveId" clId="{A980E23A-7B14-4737-AE21-86FDE3A8FF2D}" dt="2025-12-12T12:52:59.490" v="5192" actId="478"/>
          <ac:spMkLst>
            <pc:docMk/>
            <pc:sldMk cId="0" sldId="256"/>
            <ac:spMk id="36" creationId="{055B53A5-6F83-81D0-9E5F-260FE19A492B}"/>
          </ac:spMkLst>
        </pc:spChg>
        <pc:spChg chg="add mod">
          <ac:chgData name="Joomin Lee" userId="295787ef931d1e89" providerId="LiveId" clId="{A980E23A-7B14-4737-AE21-86FDE3A8FF2D}" dt="2025-12-12T07:47:10.208" v="2704"/>
          <ac:spMkLst>
            <pc:docMk/>
            <pc:sldMk cId="0" sldId="256"/>
            <ac:spMk id="37" creationId="{30854043-FC36-CC21-B2EB-D9F937A5FDC1}"/>
          </ac:spMkLst>
        </pc:spChg>
        <pc:spChg chg="add del mod">
          <ac:chgData name="Joomin Lee" userId="295787ef931d1e89" providerId="LiveId" clId="{A980E23A-7B14-4737-AE21-86FDE3A8FF2D}" dt="2025-12-12T12:53:03.475" v="5196" actId="478"/>
          <ac:spMkLst>
            <pc:docMk/>
            <pc:sldMk cId="0" sldId="256"/>
            <ac:spMk id="38" creationId="{AE6F9EB3-2B69-2998-D81E-106EE766D449}"/>
          </ac:spMkLst>
        </pc:spChg>
        <pc:spChg chg="add del">
          <ac:chgData name="Joomin Lee" userId="295787ef931d1e89" providerId="LiveId" clId="{A980E23A-7B14-4737-AE21-86FDE3A8FF2D}" dt="2025-12-12T07:48:19.066" v="2722" actId="11529"/>
          <ac:spMkLst>
            <pc:docMk/>
            <pc:sldMk cId="0" sldId="256"/>
            <ac:spMk id="39" creationId="{8B983EC9-0571-0628-CD42-93C6C2CA9B96}"/>
          </ac:spMkLst>
        </pc:spChg>
        <pc:spChg chg="add del mod">
          <ac:chgData name="Joomin Lee" userId="295787ef931d1e89" providerId="LiveId" clId="{A980E23A-7B14-4737-AE21-86FDE3A8FF2D}" dt="2025-12-12T12:53:03.475" v="5196" actId="478"/>
          <ac:spMkLst>
            <pc:docMk/>
            <pc:sldMk cId="0" sldId="256"/>
            <ac:spMk id="40" creationId="{EEBF85FF-D2DF-A44B-03EF-0B5C401F9B1A}"/>
          </ac:spMkLst>
        </pc:spChg>
        <pc:spChg chg="add mod">
          <ac:chgData name="Joomin Lee" userId="295787ef931d1e89" providerId="LiveId" clId="{A980E23A-7B14-4737-AE21-86FDE3A8FF2D}" dt="2025-12-12T08:01:32.658" v="2879" actId="20577"/>
          <ac:spMkLst>
            <pc:docMk/>
            <pc:sldMk cId="0" sldId="256"/>
            <ac:spMk id="41" creationId="{B7FE428C-9A9F-32EE-C199-6153C5C72DB1}"/>
          </ac:spMkLst>
        </pc:spChg>
        <pc:spChg chg="add del mod ord">
          <ac:chgData name="Joomin Lee" userId="295787ef931d1e89" providerId="LiveId" clId="{A980E23A-7B14-4737-AE21-86FDE3A8FF2D}" dt="2025-12-12T12:52:55.740" v="5190" actId="478"/>
          <ac:spMkLst>
            <pc:docMk/>
            <pc:sldMk cId="0" sldId="256"/>
            <ac:spMk id="42" creationId="{7CF487F7-634E-10CB-DBD5-2E197A168EF9}"/>
          </ac:spMkLst>
        </pc:spChg>
        <pc:spChg chg="add del mod ord">
          <ac:chgData name="Joomin Lee" userId="295787ef931d1e89" providerId="LiveId" clId="{A980E23A-7B14-4737-AE21-86FDE3A8FF2D}" dt="2025-12-12T12:52:55.740" v="5190" actId="478"/>
          <ac:spMkLst>
            <pc:docMk/>
            <pc:sldMk cId="0" sldId="256"/>
            <ac:spMk id="43" creationId="{DE506768-443B-F5F6-CE7F-9C7C2C62A0BC}"/>
          </ac:spMkLst>
        </pc:spChg>
        <pc:spChg chg="add del mod">
          <ac:chgData name="Joomin Lee" userId="295787ef931d1e89" providerId="LiveId" clId="{A980E23A-7B14-4737-AE21-86FDE3A8FF2D}" dt="2025-12-12T12:53:00.118" v="5193" actId="478"/>
          <ac:spMkLst>
            <pc:docMk/>
            <pc:sldMk cId="0" sldId="256"/>
            <ac:spMk id="44" creationId="{395AB3F2-CFB5-04A5-A34A-3707EFD0523E}"/>
          </ac:spMkLst>
        </pc:spChg>
        <pc:spChg chg="add del mod">
          <ac:chgData name="Joomin Lee" userId="295787ef931d1e89" providerId="LiveId" clId="{A980E23A-7B14-4737-AE21-86FDE3A8FF2D}" dt="2025-12-12T12:53:03.475" v="5196" actId="478"/>
          <ac:spMkLst>
            <pc:docMk/>
            <pc:sldMk cId="0" sldId="256"/>
            <ac:spMk id="45" creationId="{D167C78F-131D-B1DD-0F78-650C6266B17E}"/>
          </ac:spMkLst>
        </pc:spChg>
        <pc:spChg chg="add del mod">
          <ac:chgData name="Joomin Lee" userId="295787ef931d1e89" providerId="LiveId" clId="{A980E23A-7B14-4737-AE21-86FDE3A8FF2D}" dt="2025-12-12T12:52:55.740" v="5190" actId="478"/>
          <ac:spMkLst>
            <pc:docMk/>
            <pc:sldMk cId="0" sldId="256"/>
            <ac:spMk id="46" creationId="{83832A87-A1EB-93E7-1A15-1E8A9002CBA1}"/>
          </ac:spMkLst>
        </pc:spChg>
        <pc:spChg chg="add del mod">
          <ac:chgData name="Joomin Lee" userId="295787ef931d1e89" providerId="LiveId" clId="{A980E23A-7B14-4737-AE21-86FDE3A8FF2D}" dt="2025-12-12T12:53:03.475" v="5196" actId="478"/>
          <ac:spMkLst>
            <pc:docMk/>
            <pc:sldMk cId="0" sldId="256"/>
            <ac:spMk id="47" creationId="{BCEDB68E-1994-F099-E8B8-933A95EAAA96}"/>
          </ac:spMkLst>
        </pc:spChg>
        <pc:spChg chg="add mod">
          <ac:chgData name="Joomin Lee" userId="295787ef931d1e89" providerId="LiveId" clId="{A980E23A-7B14-4737-AE21-86FDE3A8FF2D}" dt="2025-12-12T08:08:49.697" v="3013" actId="1076"/>
          <ac:spMkLst>
            <pc:docMk/>
            <pc:sldMk cId="0" sldId="256"/>
            <ac:spMk id="48" creationId="{0AD2FDB9-632E-C54C-A48A-37D5B029C26F}"/>
          </ac:spMkLst>
        </pc:spChg>
        <pc:spChg chg="add mod">
          <ac:chgData name="Joomin Lee" userId="295787ef931d1e89" providerId="LiveId" clId="{A980E23A-7B14-4737-AE21-86FDE3A8FF2D}" dt="2025-12-12T08:08:48.640" v="3012" actId="1076"/>
          <ac:spMkLst>
            <pc:docMk/>
            <pc:sldMk cId="0" sldId="256"/>
            <ac:spMk id="49" creationId="{F7034329-3D88-15D1-54DB-85572DC28318}"/>
          </ac:spMkLst>
        </pc:spChg>
        <pc:spChg chg="add del mod">
          <ac:chgData name="Joomin Lee" userId="295787ef931d1e89" providerId="LiveId" clId="{A980E23A-7B14-4737-AE21-86FDE3A8FF2D}" dt="2025-12-12T12:52:55.740" v="5190" actId="478"/>
          <ac:spMkLst>
            <pc:docMk/>
            <pc:sldMk cId="0" sldId="256"/>
            <ac:spMk id="50" creationId="{424A3AC3-C9D5-5BA6-4FC0-827CD0E8B7BE}"/>
          </ac:spMkLst>
        </pc:spChg>
        <pc:spChg chg="mod">
          <ac:chgData name="Joomin Lee" userId="295787ef931d1e89" providerId="LiveId" clId="{A980E23A-7B14-4737-AE21-86FDE3A8FF2D}" dt="2025-12-12T08:15:17.690" v="3096"/>
          <ac:spMkLst>
            <pc:docMk/>
            <pc:sldMk cId="0" sldId="256"/>
            <ac:spMk id="60" creationId="{0CA53182-1922-05C4-FEDB-DEF292EBBC3A}"/>
          </ac:spMkLst>
        </pc:spChg>
        <pc:spChg chg="mod">
          <ac:chgData name="Joomin Lee" userId="295787ef931d1e89" providerId="LiveId" clId="{A980E23A-7B14-4737-AE21-86FDE3A8FF2D}" dt="2025-12-12T08:15:17.690" v="3096"/>
          <ac:spMkLst>
            <pc:docMk/>
            <pc:sldMk cId="0" sldId="256"/>
            <ac:spMk id="61" creationId="{6C3784B2-416C-6A19-6038-0CC7374142F7}"/>
          </ac:spMkLst>
        </pc:spChg>
        <pc:spChg chg="add del mod topLvl">
          <ac:chgData name="Joomin Lee" userId="295787ef931d1e89" providerId="LiveId" clId="{A980E23A-7B14-4737-AE21-86FDE3A8FF2D}" dt="2025-12-12T12:57:34.425" v="5244" actId="478"/>
          <ac:spMkLst>
            <pc:docMk/>
            <pc:sldMk cId="0" sldId="256"/>
            <ac:spMk id="65" creationId="{F8980CF8-2EF8-806C-A049-D86A74D1BDB3}"/>
          </ac:spMkLst>
        </pc:spChg>
        <pc:spChg chg="del mod topLvl">
          <ac:chgData name="Joomin Lee" userId="295787ef931d1e89" providerId="LiveId" clId="{A980E23A-7B14-4737-AE21-86FDE3A8FF2D}" dt="2025-12-12T08:18:29.924" v="3128" actId="478"/>
          <ac:spMkLst>
            <pc:docMk/>
            <pc:sldMk cId="0" sldId="256"/>
            <ac:spMk id="66" creationId="{4C35730F-2803-1E05-3125-20BAA31B1F89}"/>
          </ac:spMkLst>
        </pc:spChg>
        <pc:spChg chg="add mod">
          <ac:chgData name="Joomin Lee" userId="295787ef931d1e89" providerId="LiveId" clId="{A980E23A-7B14-4737-AE21-86FDE3A8FF2D}" dt="2025-12-12T08:19:47.827" v="3177"/>
          <ac:spMkLst>
            <pc:docMk/>
            <pc:sldMk cId="0" sldId="256"/>
            <ac:spMk id="67" creationId="{6895E0B5-4452-6989-3EEC-E347F343BFA2}"/>
          </ac:spMkLst>
        </pc:spChg>
        <pc:spChg chg="add mod">
          <ac:chgData name="Joomin Lee" userId="295787ef931d1e89" providerId="LiveId" clId="{A980E23A-7B14-4737-AE21-86FDE3A8FF2D}" dt="2025-12-12T08:19:58.970" v="3179"/>
          <ac:spMkLst>
            <pc:docMk/>
            <pc:sldMk cId="0" sldId="256"/>
            <ac:spMk id="68" creationId="{EE86222D-D859-4F04-5D40-84299947DC73}"/>
          </ac:spMkLst>
        </pc:spChg>
        <pc:spChg chg="add del mod">
          <ac:chgData name="Joomin Lee" userId="295787ef931d1e89" providerId="LiveId" clId="{A980E23A-7B14-4737-AE21-86FDE3A8FF2D}" dt="2025-12-12T09:59:05.260" v="3533" actId="478"/>
          <ac:spMkLst>
            <pc:docMk/>
            <pc:sldMk cId="0" sldId="256"/>
            <ac:spMk id="69" creationId="{395956AF-3392-86E3-FFE3-C27385B0E17E}"/>
          </ac:spMkLst>
        </pc:spChg>
        <pc:spChg chg="add del mod">
          <ac:chgData name="Joomin Lee" userId="295787ef931d1e89" providerId="LiveId" clId="{A980E23A-7B14-4737-AE21-86FDE3A8FF2D}" dt="2025-12-12T10:02:17.768" v="3541" actId="478"/>
          <ac:spMkLst>
            <pc:docMk/>
            <pc:sldMk cId="0" sldId="256"/>
            <ac:spMk id="70" creationId="{33FBD4AA-F770-9B34-F594-9DB8A6D3B16A}"/>
          </ac:spMkLst>
        </pc:spChg>
        <pc:spChg chg="add">
          <ac:chgData name="Joomin Lee" userId="295787ef931d1e89" providerId="LiveId" clId="{A980E23A-7B14-4737-AE21-86FDE3A8FF2D}" dt="2025-12-12T10:02:29.702" v="3543"/>
          <ac:spMkLst>
            <pc:docMk/>
            <pc:sldMk cId="0" sldId="256"/>
            <ac:spMk id="71" creationId="{654E95D7-C4D6-EF99-9C01-75A8E19CB8CF}"/>
          </ac:spMkLst>
        </pc:spChg>
        <pc:spChg chg="add">
          <ac:chgData name="Joomin Lee" userId="295787ef931d1e89" providerId="LiveId" clId="{A980E23A-7B14-4737-AE21-86FDE3A8FF2D}" dt="2025-12-12T10:02:46.331" v="3548"/>
          <ac:spMkLst>
            <pc:docMk/>
            <pc:sldMk cId="0" sldId="256"/>
            <ac:spMk id="72" creationId="{6EE90FFA-28B3-FF28-706E-0494FE5708FB}"/>
          </ac:spMkLst>
        </pc:spChg>
        <pc:spChg chg="add del">
          <ac:chgData name="Joomin Lee" userId="295787ef931d1e89" providerId="LiveId" clId="{A980E23A-7B14-4737-AE21-86FDE3A8FF2D}" dt="2025-12-12T10:38:24.380" v="4152" actId="22"/>
          <ac:spMkLst>
            <pc:docMk/>
            <pc:sldMk cId="0" sldId="256"/>
            <ac:spMk id="74" creationId="{26116BA3-4D88-FFF3-C076-EB248A3F501D}"/>
          </ac:spMkLst>
        </pc:spChg>
        <pc:spChg chg="add del">
          <ac:chgData name="Joomin Lee" userId="295787ef931d1e89" providerId="LiveId" clId="{A980E23A-7B14-4737-AE21-86FDE3A8FF2D}" dt="2025-12-12T11:10:18.629" v="4732"/>
          <ac:spMkLst>
            <pc:docMk/>
            <pc:sldMk cId="0" sldId="256"/>
            <ac:spMk id="77" creationId="{B3C90417-A6DF-C05E-8873-22743284042B}"/>
          </ac:spMkLst>
        </pc:spChg>
        <pc:spChg chg="mod">
          <ac:chgData name="Joomin Lee" userId="295787ef931d1e89" providerId="LiveId" clId="{A980E23A-7B14-4737-AE21-86FDE3A8FF2D}" dt="2025-12-12T11:07:47.574" v="4612" actId="571"/>
          <ac:spMkLst>
            <pc:docMk/>
            <pc:sldMk cId="0" sldId="256"/>
            <ac:spMk id="79" creationId="{41A61D28-B448-6CF0-23A1-DAF850B25EB3}"/>
          </ac:spMkLst>
        </pc:spChg>
        <pc:spChg chg="mod">
          <ac:chgData name="Joomin Lee" userId="295787ef931d1e89" providerId="LiveId" clId="{A980E23A-7B14-4737-AE21-86FDE3A8FF2D}" dt="2025-12-12T11:07:47.574" v="4612" actId="571"/>
          <ac:spMkLst>
            <pc:docMk/>
            <pc:sldMk cId="0" sldId="256"/>
            <ac:spMk id="80" creationId="{DE428CC0-57A3-4640-7015-297E9E65EB69}"/>
          </ac:spMkLst>
        </pc:spChg>
        <pc:spChg chg="add del mod">
          <ac:chgData name="Joomin Lee" userId="295787ef931d1e89" providerId="LiveId" clId="{A980E23A-7B14-4737-AE21-86FDE3A8FF2D}" dt="2025-12-12T12:57:35.327" v="5249" actId="478"/>
          <ac:spMkLst>
            <pc:docMk/>
            <pc:sldMk cId="0" sldId="256"/>
            <ac:spMk id="82" creationId="{4AA06840-AFC4-5B8F-9AA6-26770C9C1B42}"/>
          </ac:spMkLst>
        </pc:spChg>
        <pc:spChg chg="del mod">
          <ac:chgData name="Joomin Lee" userId="295787ef931d1e89" providerId="LiveId" clId="{A980E23A-7B14-4737-AE21-86FDE3A8FF2D}" dt="2025-12-12T12:50:50.045" v="5159" actId="478"/>
          <ac:spMkLst>
            <pc:docMk/>
            <pc:sldMk cId="0" sldId="256"/>
            <ac:spMk id="84" creationId="{00000000-0000-0000-0000-000000000000}"/>
          </ac:spMkLst>
        </pc:spChg>
        <pc:spChg chg="mod">
          <ac:chgData name="Joomin Lee" userId="295787ef931d1e89" providerId="LiveId" clId="{A980E23A-7B14-4737-AE21-86FDE3A8FF2D}" dt="2025-12-12T10:14:27.357" v="4105" actId="14100"/>
          <ac:spMkLst>
            <pc:docMk/>
            <pc:sldMk cId="0" sldId="256"/>
            <ac:spMk id="87" creationId="{00000000-0000-0000-0000-000000000000}"/>
          </ac:spMkLst>
        </pc:spChg>
        <pc:spChg chg="mod">
          <ac:chgData name="Joomin Lee" userId="295787ef931d1e89" providerId="LiveId" clId="{A980E23A-7B14-4737-AE21-86FDE3A8FF2D}" dt="2025-12-12T10:14:34.222" v="4106" actId="14100"/>
          <ac:spMkLst>
            <pc:docMk/>
            <pc:sldMk cId="0" sldId="256"/>
            <ac:spMk id="88" creationId="{00000000-0000-0000-0000-000000000000}"/>
          </ac:spMkLst>
        </pc:spChg>
        <pc:spChg chg="mod">
          <ac:chgData name="Joomin Lee" userId="295787ef931d1e89" providerId="LiveId" clId="{A980E23A-7B14-4737-AE21-86FDE3A8FF2D}" dt="2025-12-12T11:10:50.249" v="4734" actId="255"/>
          <ac:spMkLst>
            <pc:docMk/>
            <pc:sldMk cId="0" sldId="256"/>
            <ac:spMk id="90" creationId="{00000000-0000-0000-0000-000000000000}"/>
          </ac:spMkLst>
        </pc:spChg>
        <pc:spChg chg="mod">
          <ac:chgData name="Joomin Lee" userId="295787ef931d1e89" providerId="LiveId" clId="{A980E23A-7B14-4737-AE21-86FDE3A8FF2D}" dt="2025-12-12T10:14:46.186" v="4107" actId="14100"/>
          <ac:spMkLst>
            <pc:docMk/>
            <pc:sldMk cId="0" sldId="256"/>
            <ac:spMk id="91" creationId="{00000000-0000-0000-0000-000000000000}"/>
          </ac:spMkLst>
        </pc:spChg>
        <pc:spChg chg="mod">
          <ac:chgData name="Joomin Lee" userId="295787ef931d1e89" providerId="LiveId" clId="{A980E23A-7B14-4737-AE21-86FDE3A8FF2D}" dt="2025-12-12T10:18:35.279" v="4128" actId="3064"/>
          <ac:spMkLst>
            <pc:docMk/>
            <pc:sldMk cId="0" sldId="256"/>
            <ac:spMk id="93" creationId="{00000000-0000-0000-0000-000000000000}"/>
          </ac:spMkLst>
        </pc:spChg>
        <pc:spChg chg="mod">
          <ac:chgData name="Joomin Lee" userId="295787ef931d1e89" providerId="LiveId" clId="{A980E23A-7B14-4737-AE21-86FDE3A8FF2D}" dt="2025-12-12T11:55:42.577" v="5023" actId="14100"/>
          <ac:spMkLst>
            <pc:docMk/>
            <pc:sldMk cId="0" sldId="256"/>
            <ac:spMk id="94" creationId="{00000000-0000-0000-0000-000000000000}"/>
          </ac:spMkLst>
        </pc:spChg>
        <pc:spChg chg="mod">
          <ac:chgData name="Joomin Lee" userId="295787ef931d1e89" providerId="LiveId" clId="{A980E23A-7B14-4737-AE21-86FDE3A8FF2D}" dt="2025-12-12T11:24:53.491" v="4873" actId="1076"/>
          <ac:spMkLst>
            <pc:docMk/>
            <pc:sldMk cId="0" sldId="256"/>
            <ac:spMk id="96" creationId="{00000000-0000-0000-0000-000000000000}"/>
          </ac:spMkLst>
        </pc:spChg>
        <pc:spChg chg="mod">
          <ac:chgData name="Joomin Lee" userId="295787ef931d1e89" providerId="LiveId" clId="{A980E23A-7B14-4737-AE21-86FDE3A8FF2D}" dt="2025-12-12T11:24:53.491" v="4873" actId="1076"/>
          <ac:spMkLst>
            <pc:docMk/>
            <pc:sldMk cId="0" sldId="256"/>
            <ac:spMk id="97" creationId="{00000000-0000-0000-0000-000000000000}"/>
          </ac:spMkLst>
        </pc:spChg>
        <pc:spChg chg="mod">
          <ac:chgData name="Joomin Lee" userId="295787ef931d1e89" providerId="LiveId" clId="{A980E23A-7B14-4737-AE21-86FDE3A8FF2D}" dt="2025-12-12T10:51:41.589" v="4428" actId="20577"/>
          <ac:spMkLst>
            <pc:docMk/>
            <pc:sldMk cId="0" sldId="256"/>
            <ac:spMk id="99" creationId="{00000000-0000-0000-0000-000000000000}"/>
          </ac:spMkLst>
        </pc:spChg>
        <pc:spChg chg="mod">
          <ac:chgData name="Joomin Lee" userId="295787ef931d1e89" providerId="LiveId" clId="{A980E23A-7B14-4737-AE21-86FDE3A8FF2D}" dt="2025-12-12T10:13:00.598" v="4095" actId="14100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Joomin Lee" userId="295787ef931d1e89" providerId="LiveId" clId="{A980E23A-7B14-4737-AE21-86FDE3A8FF2D}" dt="2025-12-12T10:48:43.091" v="4382" actId="20577"/>
          <ac:spMkLst>
            <pc:docMk/>
            <pc:sldMk cId="0" sldId="256"/>
            <ac:spMk id="102" creationId="{00000000-0000-0000-0000-000000000000}"/>
          </ac:spMkLst>
        </pc:spChg>
        <pc:spChg chg="mod">
          <ac:chgData name="Joomin Lee" userId="295787ef931d1e89" providerId="LiveId" clId="{A980E23A-7B14-4737-AE21-86FDE3A8FF2D}" dt="2025-12-12T10:43:23.582" v="4214" actId="14100"/>
          <ac:spMkLst>
            <pc:docMk/>
            <pc:sldMk cId="0" sldId="256"/>
            <ac:spMk id="103" creationId="{00000000-0000-0000-0000-000000000000}"/>
          </ac:spMkLst>
        </pc:spChg>
        <pc:grpChg chg="add mod">
          <ac:chgData name="Joomin Lee" userId="295787ef931d1e89" providerId="LiveId" clId="{A980E23A-7B14-4737-AE21-86FDE3A8FF2D}" dt="2025-12-12T08:15:17.690" v="3096"/>
          <ac:grpSpMkLst>
            <pc:docMk/>
            <pc:sldMk cId="0" sldId="256"/>
            <ac:grpSpMk id="59" creationId="{82613E12-956D-4CAD-E0F8-757D37410A6E}"/>
          </ac:grpSpMkLst>
        </pc:grpChg>
        <pc:grpChg chg="add del mod">
          <ac:chgData name="Joomin Lee" userId="295787ef931d1e89" providerId="LiveId" clId="{A980E23A-7B14-4737-AE21-86FDE3A8FF2D}" dt="2025-12-12T08:18:29.924" v="3128" actId="478"/>
          <ac:grpSpMkLst>
            <pc:docMk/>
            <pc:sldMk cId="0" sldId="256"/>
            <ac:grpSpMk id="64" creationId="{A900A4E7-94D8-F1F6-31B2-32C79B39D86D}"/>
          </ac:grpSpMkLst>
        </pc:grpChg>
        <pc:grpChg chg="add mod">
          <ac:chgData name="Joomin Lee" userId="295787ef931d1e89" providerId="LiveId" clId="{A980E23A-7B14-4737-AE21-86FDE3A8FF2D}" dt="2025-12-12T11:07:47.574" v="4612" actId="571"/>
          <ac:grpSpMkLst>
            <pc:docMk/>
            <pc:sldMk cId="0" sldId="256"/>
            <ac:grpSpMk id="78" creationId="{6A02090A-63E5-8D01-F717-A19EF75B4B7B}"/>
          </ac:grpSpMkLst>
        </pc:grpChg>
        <pc:grpChg chg="del mod">
          <ac:chgData name="Joomin Lee" userId="295787ef931d1e89" providerId="LiveId" clId="{A980E23A-7B14-4737-AE21-86FDE3A8FF2D}" dt="2025-12-12T12:51:54.526" v="5165" actId="478"/>
          <ac:grpSpMkLst>
            <pc:docMk/>
            <pc:sldMk cId="0" sldId="256"/>
            <ac:grpSpMk id="86" creationId="{00000000-0000-0000-0000-000000000000}"/>
          </ac:grpSpMkLst>
        </pc:grpChg>
        <pc:grpChg chg="del mod">
          <ac:chgData name="Joomin Lee" userId="295787ef931d1e89" providerId="LiveId" clId="{A980E23A-7B14-4737-AE21-86FDE3A8FF2D}" dt="2025-12-12T12:52:57.999" v="5191" actId="478"/>
          <ac:grpSpMkLst>
            <pc:docMk/>
            <pc:sldMk cId="0" sldId="256"/>
            <ac:grpSpMk id="89" creationId="{00000000-0000-0000-0000-000000000000}"/>
          </ac:grpSpMkLst>
        </pc:grpChg>
        <pc:grpChg chg="add del mod">
          <ac:chgData name="Joomin Lee" userId="295787ef931d1e89" providerId="LiveId" clId="{A980E23A-7B14-4737-AE21-86FDE3A8FF2D}" dt="2025-12-12T12:57:36.428" v="5255" actId="478"/>
          <ac:grpSpMkLst>
            <pc:docMk/>
            <pc:sldMk cId="0" sldId="256"/>
            <ac:grpSpMk id="92" creationId="{00000000-0000-0000-0000-000000000000}"/>
          </ac:grpSpMkLst>
        </pc:grpChg>
        <pc:grpChg chg="add del mod">
          <ac:chgData name="Joomin Lee" userId="295787ef931d1e89" providerId="LiveId" clId="{A980E23A-7B14-4737-AE21-86FDE3A8FF2D}" dt="2025-12-12T12:57:35.026" v="5247" actId="478"/>
          <ac:grpSpMkLst>
            <pc:docMk/>
            <pc:sldMk cId="0" sldId="256"/>
            <ac:grpSpMk id="95" creationId="{00000000-0000-0000-0000-000000000000}"/>
          </ac:grpSpMkLst>
        </pc:grpChg>
        <pc:grpChg chg="del mod">
          <ac:chgData name="Joomin Lee" userId="295787ef931d1e89" providerId="LiveId" clId="{A980E23A-7B14-4737-AE21-86FDE3A8FF2D}" dt="2025-12-12T12:52:21.744" v="5185" actId="478"/>
          <ac:grpSpMkLst>
            <pc:docMk/>
            <pc:sldMk cId="0" sldId="256"/>
            <ac:grpSpMk id="98" creationId="{00000000-0000-0000-0000-000000000000}"/>
          </ac:grpSpMkLst>
        </pc:grpChg>
        <pc:grpChg chg="add del mod">
          <ac:chgData name="Joomin Lee" userId="295787ef931d1e89" providerId="LiveId" clId="{A980E23A-7B14-4737-AE21-86FDE3A8FF2D}" dt="2025-12-12T12:57:36.428" v="5255" actId="478"/>
          <ac:grpSpMkLst>
            <pc:docMk/>
            <pc:sldMk cId="0" sldId="256"/>
            <ac:grpSpMk id="101" creationId="{00000000-0000-0000-0000-000000000000}"/>
          </ac:grpSpMkLst>
        </pc:grpChg>
        <pc:grpChg chg="mod">
          <ac:chgData name="Joomin Lee" userId="295787ef931d1e89" providerId="LiveId" clId="{A980E23A-7B14-4737-AE21-86FDE3A8FF2D}" dt="2025-12-12T12:39:31.094" v="5107"/>
          <ac:grpSpMkLst>
            <pc:docMk/>
            <pc:sldMk cId="0" sldId="256"/>
            <ac:grpSpMk id="112" creationId="{58F3BAB0-519A-2F56-75AD-E79E454B0087}"/>
          </ac:grpSpMkLst>
        </pc:grpChg>
        <pc:graphicFrameChg chg="add del mod">
          <ac:chgData name="Joomin Lee" userId="295787ef931d1e89" providerId="LiveId" clId="{A980E23A-7B14-4737-AE21-86FDE3A8FF2D}" dt="2025-12-12T07:17:48.443" v="1770" actId="478"/>
          <ac:graphicFrameMkLst>
            <pc:docMk/>
            <pc:sldMk cId="0" sldId="256"/>
            <ac:graphicFrameMk id="10" creationId="{859B218F-EAFA-65C4-CE61-243C6EB288CF}"/>
          </ac:graphicFrameMkLst>
        </pc:graphicFrameChg>
        <pc:graphicFrameChg chg="add mod">
          <ac:chgData name="Joomin Lee" userId="295787ef931d1e89" providerId="LiveId" clId="{A980E23A-7B14-4737-AE21-86FDE3A8FF2D}" dt="2025-12-12T07:40:14.337" v="2610" actId="12084"/>
          <ac:graphicFrameMkLst>
            <pc:docMk/>
            <pc:sldMk cId="0" sldId="256"/>
            <ac:graphicFrameMk id="28" creationId="{D85D7992-3B5E-E4F1-5503-B67F52B60EFA}"/>
          </ac:graphicFrameMkLst>
        </pc:graphicFrameChg>
        <pc:graphicFrameChg chg="add del mod modGraphic">
          <ac:chgData name="Joomin Lee" userId="295787ef931d1e89" providerId="LiveId" clId="{A980E23A-7B14-4737-AE21-86FDE3A8FF2D}" dt="2025-12-12T07:42:51.387" v="2626" actId="1032"/>
          <ac:graphicFrameMkLst>
            <pc:docMk/>
            <pc:sldMk cId="0" sldId="256"/>
            <ac:graphicFrameMk id="29" creationId="{8C5148E7-B32D-4E88-323F-3FC0CBF2F1B8}"/>
          </ac:graphicFrameMkLst>
        </pc:graphicFrameChg>
        <pc:graphicFrameChg chg="add del mod modGraphic">
          <ac:chgData name="Joomin Lee" userId="295787ef931d1e89" providerId="LiveId" clId="{A980E23A-7B14-4737-AE21-86FDE3A8FF2D}" dt="2025-12-12T12:57:35.327" v="5249" actId="478"/>
          <ac:graphicFrameMkLst>
            <pc:docMk/>
            <pc:sldMk cId="0" sldId="256"/>
            <ac:graphicFrameMk id="76" creationId="{50C175AE-BDC5-AD41-D01B-BFDA2D0BCE82}"/>
          </ac:graphicFrameMkLst>
        </pc:graphicFrameChg>
        <pc:graphicFrameChg chg="add mod">
          <ac:chgData name="Joomin Lee" userId="295787ef931d1e89" providerId="LiveId" clId="{A980E23A-7B14-4737-AE21-86FDE3A8FF2D}" dt="2025-12-12T11:07:47.574" v="4612" actId="571"/>
          <ac:graphicFrameMkLst>
            <pc:docMk/>
            <pc:sldMk cId="0" sldId="256"/>
            <ac:graphicFrameMk id="81" creationId="{A9EA71BF-CD9D-E314-1A6B-CF6AD20EF094}"/>
          </ac:graphicFrameMkLst>
        </pc:graphicFrameChg>
        <pc:picChg chg="add mod">
          <ac:chgData name="Joomin Lee" userId="295787ef931d1e89" providerId="LiveId" clId="{A980E23A-7B14-4737-AE21-86FDE3A8FF2D}" dt="2025-12-12T12:51:11.950" v="5161" actId="1076"/>
          <ac:picMkLst>
            <pc:docMk/>
            <pc:sldMk cId="0" sldId="256"/>
            <ac:picMk id="2" creationId="{139389DF-229F-C461-FA11-37A6BBACCA81}"/>
          </ac:picMkLst>
        </pc:picChg>
        <pc:picChg chg="add del mod modCrop">
          <ac:chgData name="Joomin Lee" userId="295787ef931d1e89" providerId="LiveId" clId="{A980E23A-7B14-4737-AE21-86FDE3A8FF2D}" dt="2025-12-12T07:07:42.994" v="1638" actId="478"/>
          <ac:picMkLst>
            <pc:docMk/>
            <pc:sldMk cId="0" sldId="256"/>
            <ac:picMk id="3" creationId="{3C8D45F5-E399-4403-4EC4-42EF7C7C98D5}"/>
          </ac:picMkLst>
        </pc:picChg>
        <pc:picChg chg="add">
          <ac:chgData name="Joomin Lee" userId="295787ef931d1e89" providerId="LiveId" clId="{A980E23A-7B14-4737-AE21-86FDE3A8FF2D}" dt="2025-12-12T12:51:22.348" v="5162"/>
          <ac:picMkLst>
            <pc:docMk/>
            <pc:sldMk cId="0" sldId="256"/>
            <ac:picMk id="3" creationId="{66744635-1634-24A7-DAC7-3D17B7B7C5FF}"/>
          </ac:picMkLst>
        </pc:picChg>
        <pc:picChg chg="add mod">
          <ac:chgData name="Joomin Lee" userId="295787ef931d1e89" providerId="LiveId" clId="{A980E23A-7B14-4737-AE21-86FDE3A8FF2D}" dt="2025-12-12T12:52:08.081" v="5183" actId="1076"/>
          <ac:picMkLst>
            <pc:docMk/>
            <pc:sldMk cId="0" sldId="256"/>
            <ac:picMk id="4" creationId="{CA53A88F-F772-0C6F-897E-E55D04BF35CD}"/>
          </ac:picMkLst>
        </pc:picChg>
        <pc:picChg chg="add mod">
          <ac:chgData name="Joomin Lee" userId="295787ef931d1e89" providerId="LiveId" clId="{A980E23A-7B14-4737-AE21-86FDE3A8FF2D}" dt="2025-12-12T12:53:37.316" v="5200" actId="1076"/>
          <ac:picMkLst>
            <pc:docMk/>
            <pc:sldMk cId="0" sldId="256"/>
            <ac:picMk id="5" creationId="{C9DA1C5A-ABEF-AB59-EA22-E43EE90094B0}"/>
          </ac:picMkLst>
        </pc:picChg>
        <pc:picChg chg="add mod">
          <ac:chgData name="Joomin Lee" userId="295787ef931d1e89" providerId="LiveId" clId="{A980E23A-7B14-4737-AE21-86FDE3A8FF2D}" dt="2025-12-12T12:55:01.305" v="5214" actId="1076"/>
          <ac:picMkLst>
            <pc:docMk/>
            <pc:sldMk cId="0" sldId="256"/>
            <ac:picMk id="6" creationId="{882B9359-6E6D-60EB-6334-134926CFE9C4}"/>
          </ac:picMkLst>
        </pc:picChg>
        <pc:picChg chg="add mod">
          <ac:chgData name="Joomin Lee" userId="295787ef931d1e89" providerId="LiveId" clId="{A980E23A-7B14-4737-AE21-86FDE3A8FF2D}" dt="2025-12-12T10:51:29.544" v="4426" actId="1038"/>
          <ac:picMkLst>
            <pc:docMk/>
            <pc:sldMk cId="0" sldId="256"/>
            <ac:picMk id="7" creationId="{A9822833-AAFB-96C2-04F3-CB5CFAED7760}"/>
          </ac:picMkLst>
        </pc:picChg>
        <pc:picChg chg="add mod">
          <ac:chgData name="Joomin Lee" userId="295787ef931d1e89" providerId="LiveId" clId="{A980E23A-7B14-4737-AE21-86FDE3A8FF2D}" dt="2025-12-12T12:57:34.578" v="5245" actId="1076"/>
          <ac:picMkLst>
            <pc:docMk/>
            <pc:sldMk cId="0" sldId="256"/>
            <ac:picMk id="8" creationId="{4F80AE1C-AE1C-C3B4-0A70-2B5882293F54}"/>
          </ac:picMkLst>
        </pc:picChg>
        <pc:picChg chg="add mod">
          <ac:chgData name="Joomin Lee" userId="295787ef931d1e89" providerId="LiveId" clId="{A980E23A-7B14-4737-AE21-86FDE3A8FF2D}" dt="2025-12-12T12:57:35.638" v="5251" actId="1076"/>
          <ac:picMkLst>
            <pc:docMk/>
            <pc:sldMk cId="0" sldId="256"/>
            <ac:picMk id="9" creationId="{0EF9CF6D-4874-2AD3-04AD-5B90B28F57FF}"/>
          </ac:picMkLst>
        </pc:picChg>
        <pc:picChg chg="add mod">
          <ac:chgData name="Joomin Lee" userId="295787ef931d1e89" providerId="LiveId" clId="{A980E23A-7B14-4737-AE21-86FDE3A8FF2D}" dt="2025-12-12T12:57:36.883" v="5258" actId="1076"/>
          <ac:picMkLst>
            <pc:docMk/>
            <pc:sldMk cId="0" sldId="256"/>
            <ac:picMk id="10" creationId="{54C74941-AF5D-ED0B-1601-2480D7C855F5}"/>
          </ac:picMkLst>
        </pc:picChg>
        <pc:picChg chg="add del mod modCrop">
          <ac:chgData name="Joomin Lee" userId="295787ef931d1e89" providerId="LiveId" clId="{A980E23A-7B14-4737-AE21-86FDE3A8FF2D}" dt="2025-12-12T07:22:28.508" v="1883" actId="478"/>
          <ac:picMkLst>
            <pc:docMk/>
            <pc:sldMk cId="0" sldId="256"/>
            <ac:picMk id="12" creationId="{2CE83790-5764-22C3-327E-FB2BD32EEEF6}"/>
          </ac:picMkLst>
        </pc:picChg>
        <pc:picChg chg="add mod">
          <ac:chgData name="Joomin Lee" userId="295787ef931d1e89" providerId="LiveId" clId="{A980E23A-7B14-4737-AE21-86FDE3A8FF2D}" dt="2025-12-12T10:51:24.478" v="4423" actId="1036"/>
          <ac:picMkLst>
            <pc:docMk/>
            <pc:sldMk cId="0" sldId="256"/>
            <ac:picMk id="14" creationId="{4F709B21-F771-AB0F-86E3-3D835BC4B89B}"/>
          </ac:picMkLst>
        </pc:picChg>
        <pc:picChg chg="mod">
          <ac:chgData name="Joomin Lee" userId="295787ef931d1e89" providerId="LiveId" clId="{A980E23A-7B14-4737-AE21-86FDE3A8FF2D}" dt="2025-12-12T12:07:16.181" v="5090" actId="1076"/>
          <ac:picMkLst>
            <pc:docMk/>
            <pc:sldMk cId="0" sldId="256"/>
            <ac:picMk id="85" creationId="{00000000-0000-0000-0000-000000000000}"/>
          </ac:picMkLst>
        </pc:picChg>
        <pc:picChg chg="add del mod">
          <ac:chgData name="Joomin Lee" userId="295787ef931d1e89" providerId="LiveId" clId="{A980E23A-7B14-4737-AE21-86FDE3A8FF2D}" dt="2025-12-12T12:57:36.567" v="5256" actId="478"/>
          <ac:picMkLst>
            <pc:docMk/>
            <pc:sldMk cId="0" sldId="256"/>
            <ac:picMk id="104" creationId="{00000000-0000-0000-0000-000000000000}"/>
          </ac:picMkLst>
        </pc:picChg>
        <pc:picChg chg="add del mod">
          <ac:chgData name="Joomin Lee" userId="295787ef931d1e89" providerId="LiveId" clId="{A980E23A-7B14-4737-AE21-86FDE3A8FF2D}" dt="2025-12-12T12:04:52.220" v="5082" actId="478"/>
          <ac:picMkLst>
            <pc:docMk/>
            <pc:sldMk cId="0" sldId="256"/>
            <ac:picMk id="105" creationId="{60690B39-F5AF-9BE4-41DA-A7AF189EDA0F}"/>
          </ac:picMkLst>
        </pc:picChg>
        <pc:picChg chg="add del mod modCrop">
          <ac:chgData name="Joomin Lee" userId="295787ef931d1e89" providerId="LiveId" clId="{A980E23A-7B14-4737-AE21-86FDE3A8FF2D}" dt="2025-12-12T12:57:35.327" v="5249" actId="478"/>
          <ac:picMkLst>
            <pc:docMk/>
            <pc:sldMk cId="0" sldId="256"/>
            <ac:picMk id="107" creationId="{0BE70309-C12E-3F0B-0F18-6B07989B5985}"/>
          </ac:picMkLst>
        </pc:picChg>
        <pc:picChg chg="add del mod">
          <ac:chgData name="Joomin Lee" userId="295787ef931d1e89" providerId="LiveId" clId="{A980E23A-7B14-4737-AE21-86FDE3A8FF2D}" dt="2025-12-12T12:49:52.566" v="5155" actId="478"/>
          <ac:picMkLst>
            <pc:docMk/>
            <pc:sldMk cId="0" sldId="256"/>
            <ac:picMk id="1025" creationId="{5854E7F2-F2AE-6FF1-CC65-18995354105D}"/>
          </ac:picMkLst>
        </pc:picChg>
        <pc:picChg chg="add mod">
          <ac:chgData name="Joomin Lee" userId="295787ef931d1e89" providerId="LiveId" clId="{A980E23A-7B14-4737-AE21-86FDE3A8FF2D}" dt="2025-12-12T11:24:53.491" v="4873" actId="1076"/>
          <ac:picMkLst>
            <pc:docMk/>
            <pc:sldMk cId="0" sldId="256"/>
            <ac:picMk id="1033" creationId="{4E970AB1-A090-5C33-B512-031EFA86375A}"/>
          </ac:picMkLst>
        </pc:picChg>
        <pc:picChg chg="add del mod">
          <ac:chgData name="Joomin Lee" userId="295787ef931d1e89" providerId="LiveId" clId="{A980E23A-7B14-4737-AE21-86FDE3A8FF2D}" dt="2025-12-12T11:26:59.215" v="4876" actId="478"/>
          <ac:picMkLst>
            <pc:docMk/>
            <pc:sldMk cId="0" sldId="256"/>
            <ac:picMk id="1035" creationId="{21FB9224-3810-2B50-D094-20C91C4E1281}"/>
          </ac:picMkLst>
        </pc:picChg>
        <pc:inkChg chg="add del">
          <ac:chgData name="Joomin Lee" userId="295787ef931d1e89" providerId="LiveId" clId="{A980E23A-7B14-4737-AE21-86FDE3A8FF2D}" dt="2025-12-12T12:39:04.744" v="5101" actId="9405"/>
          <ac:inkMkLst>
            <pc:docMk/>
            <pc:sldMk cId="0" sldId="256"/>
            <ac:inkMk id="108" creationId="{B5453682-9FE9-0EEC-85E5-DFC066E1E4F9}"/>
          </ac:inkMkLst>
        </pc:inkChg>
        <pc:inkChg chg="add del">
          <ac:chgData name="Joomin Lee" userId="295787ef931d1e89" providerId="LiveId" clId="{A980E23A-7B14-4737-AE21-86FDE3A8FF2D}" dt="2025-12-12T12:39:31.957" v="5109" actId="9405"/>
          <ac:inkMkLst>
            <pc:docMk/>
            <pc:sldMk cId="0" sldId="256"/>
            <ac:inkMk id="109" creationId="{62BC14F5-068D-B29E-2CDE-7674C7E79D4E}"/>
          </ac:inkMkLst>
        </pc:inkChg>
        <pc:inkChg chg="add del mod">
          <ac:chgData name="Joomin Lee" userId="295787ef931d1e89" providerId="LiveId" clId="{A980E23A-7B14-4737-AE21-86FDE3A8FF2D}" dt="2025-12-12T12:39:31.543" v="5108" actId="9405"/>
          <ac:inkMkLst>
            <pc:docMk/>
            <pc:sldMk cId="0" sldId="256"/>
            <ac:inkMk id="110" creationId="{4CFF48E5-4817-6D72-6C42-ABBF113E9DF6}"/>
          </ac:inkMkLst>
        </pc:inkChg>
        <pc:inkChg chg="add del mod">
          <ac:chgData name="Joomin Lee" userId="295787ef931d1e89" providerId="LiveId" clId="{A980E23A-7B14-4737-AE21-86FDE3A8FF2D}" dt="2025-12-12T12:39:31.094" v="5107"/>
          <ac:inkMkLst>
            <pc:docMk/>
            <pc:sldMk cId="0" sldId="256"/>
            <ac:inkMk id="111" creationId="{F592D88A-F717-0935-DB95-8CE603B9EF00}"/>
          </ac:inkMkLst>
        </pc:inkChg>
        <pc:inkChg chg="add del">
          <ac:chgData name="Joomin Lee" userId="295787ef931d1e89" providerId="LiveId" clId="{A980E23A-7B14-4737-AE21-86FDE3A8FF2D}" dt="2025-12-12T12:39:58.512" v="5111" actId="9405"/>
          <ac:inkMkLst>
            <pc:docMk/>
            <pc:sldMk cId="0" sldId="256"/>
            <ac:inkMk id="113" creationId="{1E37FF60-0D7D-52E5-08FE-4E619B7762AE}"/>
          </ac:inkMkLst>
        </pc:inkChg>
        <pc:inkChg chg="add del">
          <ac:chgData name="Joomin Lee" userId="295787ef931d1e89" providerId="LiveId" clId="{A980E23A-7B14-4737-AE21-86FDE3A8FF2D}" dt="2025-12-12T12:40:08.983" v="5113" actId="9405"/>
          <ac:inkMkLst>
            <pc:docMk/>
            <pc:sldMk cId="0" sldId="256"/>
            <ac:inkMk id="114" creationId="{9BEBC950-216F-D76A-51A4-A89F1E99B001}"/>
          </ac:inkMkLst>
        </pc:inkChg>
        <pc:inkChg chg="add del">
          <ac:chgData name="Joomin Lee" userId="295787ef931d1e89" providerId="LiveId" clId="{A980E23A-7B14-4737-AE21-86FDE3A8FF2D}" dt="2025-12-12T12:40:30.302" v="5119" actId="9405"/>
          <ac:inkMkLst>
            <pc:docMk/>
            <pc:sldMk cId="0" sldId="256"/>
            <ac:inkMk id="115" creationId="{6DBD7D71-BD68-4ED3-CAE1-63B1A21C1C6A}"/>
          </ac:inkMkLst>
        </pc:inkChg>
        <pc:inkChg chg="add del">
          <ac:chgData name="Joomin Lee" userId="295787ef931d1e89" providerId="LiveId" clId="{A980E23A-7B14-4737-AE21-86FDE3A8FF2D}" dt="2025-12-12T12:40:29.808" v="5118" actId="9405"/>
          <ac:inkMkLst>
            <pc:docMk/>
            <pc:sldMk cId="0" sldId="256"/>
            <ac:inkMk id="116" creationId="{6972F495-F7B2-4DEC-DB45-D7484FEF3C00}"/>
          </ac:inkMkLst>
        </pc:inkChg>
        <pc:inkChg chg="add del">
          <ac:chgData name="Joomin Lee" userId="295787ef931d1e89" providerId="LiveId" clId="{A980E23A-7B14-4737-AE21-86FDE3A8FF2D}" dt="2025-12-12T12:40:29.380" v="5117" actId="9405"/>
          <ac:inkMkLst>
            <pc:docMk/>
            <pc:sldMk cId="0" sldId="256"/>
            <ac:inkMk id="117" creationId="{DBC76370-B3F3-EC54-1301-B0BA41DB239A}"/>
          </ac:inkMkLst>
        </pc:inkChg>
        <pc:inkChg chg="add del">
          <ac:chgData name="Joomin Lee" userId="295787ef931d1e89" providerId="LiveId" clId="{A980E23A-7B14-4737-AE21-86FDE3A8FF2D}" dt="2025-12-12T12:40:44.287" v="5121" actId="9405"/>
          <ac:inkMkLst>
            <pc:docMk/>
            <pc:sldMk cId="0" sldId="256"/>
            <ac:inkMk id="118" creationId="{3F65F2A2-BE98-FC30-19B0-3DB01AB3D556}"/>
          </ac:inkMkLst>
        </pc:inkChg>
        <pc:inkChg chg="add del">
          <ac:chgData name="Joomin Lee" userId="295787ef931d1e89" providerId="LiveId" clId="{A980E23A-7B14-4737-AE21-86FDE3A8FF2D}" dt="2025-12-12T12:41:01.618" v="5127" actId="9405"/>
          <ac:inkMkLst>
            <pc:docMk/>
            <pc:sldMk cId="0" sldId="256"/>
            <ac:inkMk id="119" creationId="{B292FAAB-AC01-DD32-C1AA-36A1FCD51D3F}"/>
          </ac:inkMkLst>
        </pc:inkChg>
        <pc:inkChg chg="add mod">
          <ac:chgData name="Joomin Lee" userId="295787ef931d1e89" providerId="LiveId" clId="{A980E23A-7B14-4737-AE21-86FDE3A8FF2D}" dt="2025-12-12T12:40:57.135" v="5125"/>
          <ac:inkMkLst>
            <pc:docMk/>
            <pc:sldMk cId="0" sldId="256"/>
            <ac:inkMk id="120" creationId="{25EAFBD0-9189-9B61-1C8D-00B1B41BF522}"/>
          </ac:inkMkLst>
        </pc:inkChg>
        <pc:inkChg chg="add del">
          <ac:chgData name="Joomin Lee" userId="295787ef931d1e89" providerId="LiveId" clId="{A980E23A-7B14-4737-AE21-86FDE3A8FF2D}" dt="2025-12-12T12:57:35.327" v="5249" actId="478"/>
          <ac:inkMkLst>
            <pc:docMk/>
            <pc:sldMk cId="0" sldId="256"/>
            <ac:inkMk id="121" creationId="{FFB695CD-F3A5-B48D-C8CD-2C533CDBF131}"/>
          </ac:inkMkLst>
        </pc:inkChg>
        <pc:inkChg chg="add del">
          <ac:chgData name="Joomin Lee" userId="295787ef931d1e89" providerId="LiveId" clId="{A980E23A-7B14-4737-AE21-86FDE3A8FF2D}" dt="2025-12-12T12:42:43.550" v="5130" actId="9405"/>
          <ac:inkMkLst>
            <pc:docMk/>
            <pc:sldMk cId="0" sldId="256"/>
            <ac:inkMk id="122" creationId="{153B38CF-17EC-B5BB-140A-0ED395AA1165}"/>
          </ac:inkMkLst>
        </pc:inkChg>
        <pc:inkChg chg="add del">
          <ac:chgData name="Joomin Lee" userId="295787ef931d1e89" providerId="LiveId" clId="{A980E23A-7B14-4737-AE21-86FDE3A8FF2D}" dt="2025-12-12T12:43:05.403" v="5132" actId="9405"/>
          <ac:inkMkLst>
            <pc:docMk/>
            <pc:sldMk cId="0" sldId="256"/>
            <ac:inkMk id="123" creationId="{52D82546-60C1-E40C-DE48-ED26C4F805DC}"/>
          </ac:inkMkLst>
        </pc:inkChg>
        <pc:inkChg chg="add del">
          <ac:chgData name="Joomin Lee" userId="295787ef931d1e89" providerId="LiveId" clId="{A980E23A-7B14-4737-AE21-86FDE3A8FF2D}" dt="2025-12-12T12:57:35.327" v="5249" actId="478"/>
          <ac:inkMkLst>
            <pc:docMk/>
            <pc:sldMk cId="0" sldId="256"/>
            <ac:inkMk id="124" creationId="{D9FBF729-F865-995D-E9A0-3B5FCC709502}"/>
          </ac:inkMkLst>
        </pc:inkChg>
        <pc:inkChg chg="add del">
          <ac:chgData name="Joomin Lee" userId="295787ef931d1e89" providerId="LiveId" clId="{A980E23A-7B14-4737-AE21-86FDE3A8FF2D}" dt="2025-12-12T12:57:35.327" v="5249" actId="478"/>
          <ac:inkMkLst>
            <pc:docMk/>
            <pc:sldMk cId="0" sldId="256"/>
            <ac:inkMk id="125" creationId="{FA553FB6-18FA-CCCA-D878-222C6FA6C72D}"/>
          </ac:inkMkLst>
        </pc:inkChg>
        <pc:inkChg chg="add del">
          <ac:chgData name="Joomin Lee" userId="295787ef931d1e89" providerId="LiveId" clId="{A980E23A-7B14-4737-AE21-86FDE3A8FF2D}" dt="2025-12-12T12:44:16.092" v="5136" actId="9405"/>
          <ac:inkMkLst>
            <pc:docMk/>
            <pc:sldMk cId="0" sldId="256"/>
            <ac:inkMk id="126" creationId="{72837557-18E8-E457-8D0C-794C37AE5E86}"/>
          </ac:inkMkLst>
        </pc:inkChg>
        <pc:inkChg chg="add del">
          <ac:chgData name="Joomin Lee" userId="295787ef931d1e89" providerId="LiveId" clId="{A980E23A-7B14-4737-AE21-86FDE3A8FF2D}" dt="2025-12-12T12:44:39.392" v="5140" actId="9405"/>
          <ac:inkMkLst>
            <pc:docMk/>
            <pc:sldMk cId="0" sldId="256"/>
            <ac:inkMk id="127" creationId="{BED954F1-2A5A-8608-BB8B-B22D3099FBC6}"/>
          </ac:inkMkLst>
        </pc:inkChg>
        <pc:inkChg chg="add del">
          <ac:chgData name="Joomin Lee" userId="295787ef931d1e89" providerId="LiveId" clId="{A980E23A-7B14-4737-AE21-86FDE3A8FF2D}" dt="2025-12-12T12:44:38.587" v="5139" actId="9405"/>
          <ac:inkMkLst>
            <pc:docMk/>
            <pc:sldMk cId="0" sldId="256"/>
            <ac:inkMk id="1024" creationId="{B1446816-E537-654D-11DE-DC6C85823701}"/>
          </ac:inkMkLst>
        </pc:inkChg>
        <pc:cxnChg chg="add mod">
          <ac:chgData name="Joomin Lee" userId="295787ef931d1e89" providerId="LiveId" clId="{A980E23A-7B14-4737-AE21-86FDE3A8FF2D}" dt="2025-12-12T10:58:18.821" v="4465" actId="1036"/>
          <ac:cxnSpMkLst>
            <pc:docMk/>
            <pc:sldMk cId="0" sldId="256"/>
            <ac:cxnSpMk id="52" creationId="{FC8984E3-1BA2-AF47-BA5E-75C124EB8AC5}"/>
          </ac:cxnSpMkLst>
        </pc:cxnChg>
        <pc:cxnChg chg="add mod">
          <ac:chgData name="Joomin Lee" userId="295787ef931d1e89" providerId="LiveId" clId="{A980E23A-7B14-4737-AE21-86FDE3A8FF2D}" dt="2025-12-12T10:58:17.192" v="4464" actId="1036"/>
          <ac:cxnSpMkLst>
            <pc:docMk/>
            <pc:sldMk cId="0" sldId="256"/>
            <ac:cxnSpMk id="53" creationId="{AC3B3D6F-745C-B129-4EE6-9FCCF3DB2C0F}"/>
          </ac:cxnSpMkLst>
        </pc:cxnChg>
        <pc:cxnChg chg="add mod">
          <ac:chgData name="Joomin Lee" userId="295787ef931d1e89" providerId="LiveId" clId="{A980E23A-7B14-4737-AE21-86FDE3A8FF2D}" dt="2025-12-12T10:58:20.956" v="4466" actId="1036"/>
          <ac:cxnSpMkLst>
            <pc:docMk/>
            <pc:sldMk cId="0" sldId="256"/>
            <ac:cxnSpMk id="54" creationId="{DC70A770-FB3F-975A-5E7E-59CE1BF3FDB7}"/>
          </ac:cxnSpMkLst>
        </pc:cxnChg>
        <pc:cxnChg chg="add del mod">
          <ac:chgData name="Joomin Lee" userId="295787ef931d1e89" providerId="LiveId" clId="{A980E23A-7B14-4737-AE21-86FDE3A8FF2D}" dt="2025-12-12T12:53:03.475" v="5196" actId="478"/>
          <ac:cxnSpMkLst>
            <pc:docMk/>
            <pc:sldMk cId="0" sldId="256"/>
            <ac:cxnSpMk id="55" creationId="{40B2C551-DB92-3C72-E219-EC5A8148632B}"/>
          </ac:cxnSpMkLst>
        </pc:cxnChg>
        <pc:cxnChg chg="add mod">
          <ac:chgData name="Joomin Lee" userId="295787ef931d1e89" providerId="LiveId" clId="{A980E23A-7B14-4737-AE21-86FDE3A8FF2D}" dt="2025-12-12T09:55:32.726" v="3461" actId="1582"/>
          <ac:cxnSpMkLst>
            <pc:docMk/>
            <pc:sldMk cId="0" sldId="256"/>
            <ac:cxnSpMk id="56" creationId="{1C82D898-60A6-F38C-7E4A-E32272017A1D}"/>
          </ac:cxnSpMkLst>
        </pc:cxnChg>
        <pc:cxnChg chg="add mod">
          <ac:chgData name="Joomin Lee" userId="295787ef931d1e89" providerId="LiveId" clId="{A980E23A-7B14-4737-AE21-86FDE3A8FF2D}" dt="2025-12-12T09:55:39.452" v="3462" actId="1582"/>
          <ac:cxnSpMkLst>
            <pc:docMk/>
            <pc:sldMk cId="0" sldId="256"/>
            <ac:cxnSpMk id="58" creationId="{D26DF751-2E30-5C5F-70C2-E0B00F88C489}"/>
          </ac:cxnSpMkLst>
        </pc:cxnChg>
        <pc:cxnChg chg="add mod">
          <ac:chgData name="Joomin Lee" userId="295787ef931d1e89" providerId="LiveId" clId="{A980E23A-7B14-4737-AE21-86FDE3A8FF2D}" dt="2025-12-12T09:55:47.612" v="3463" actId="1582"/>
          <ac:cxnSpMkLst>
            <pc:docMk/>
            <pc:sldMk cId="0" sldId="256"/>
            <ac:cxnSpMk id="62" creationId="{97C366F0-1A1F-9EFC-C21D-EF06668F82EA}"/>
          </ac:cxnSpMkLst>
        </pc:cxnChg>
        <pc:cxnChg chg="add del mod">
          <ac:chgData name="Joomin Lee" userId="295787ef931d1e89" providerId="LiveId" clId="{A980E23A-7B14-4737-AE21-86FDE3A8FF2D}" dt="2025-12-12T12:53:03.475" v="5196" actId="478"/>
          <ac:cxnSpMkLst>
            <pc:docMk/>
            <pc:sldMk cId="0" sldId="256"/>
            <ac:cxnSpMk id="63" creationId="{E81D378D-85ED-6B3C-08C0-9330ED67089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20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4049912" y="22690339"/>
            <a:ext cx="24299466" cy="10430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/>
            </a:lvl1pPr>
            <a:lvl2pPr lvl="1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/>
            </a:lvl2pPr>
            <a:lvl3pPr lvl="2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/>
            </a:lvl3pPr>
            <a:lvl4pPr lvl="3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4pPr>
            <a:lvl5pPr lvl="4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5pPr>
            <a:lvl6pPr lvl="5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6pPr>
            <a:lvl7pPr lvl="6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7pPr>
            <a:lvl8pPr lvl="7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8pPr>
            <a:lvl9pPr lvl="8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2210578" y="10770173"/>
            <a:ext cx="27944386" cy="1797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20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>
                <a:solidFill>
                  <a:schemeClr val="dk1"/>
                </a:solidFill>
              </a:defRPr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6622"/>
              <a:buNone/>
              <a:defRPr sz="6684">
                <a:solidFill>
                  <a:srgbClr val="888888"/>
                </a:solidFill>
              </a:defRPr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960"/>
              <a:buNone/>
              <a:defRPr sz="6015">
                <a:solidFill>
                  <a:srgbClr val="888888"/>
                </a:solidFill>
              </a:defRPr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2227451" y="11500169"/>
            <a:ext cx="13769698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16402139" y="11500169"/>
            <a:ext cx="13769698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2231671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2231675" y="15780234"/>
            <a:ext cx="13706415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16402141" y="10590160"/>
            <a:ext cx="13773918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16402141" y="15780234"/>
            <a:ext cx="13773918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909765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0595"/>
              <a:buChar char="•"/>
              <a:defRPr sz="10694"/>
            </a:lvl1pPr>
            <a:lvl2pPr marL="922904" lvl="1" indent="-82490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9271"/>
              <a:buChar char="•"/>
              <a:defRPr sz="9357"/>
            </a:lvl2pPr>
            <a:lvl3pPr marL="1384356" lvl="2" indent="-7399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7946"/>
              <a:buChar char="•"/>
              <a:defRPr sz="8020"/>
            </a:lvl3pPr>
            <a:lvl4pPr marL="1845808" lvl="3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4pPr>
            <a:lvl5pPr marL="2307260" lvl="4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5pPr>
            <a:lvl6pPr marL="2768712" lvl="5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6pPr>
            <a:lvl7pPr marL="3230164" lvl="6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7pPr>
            <a:lvl8pPr marL="3691616" lvl="7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8pPr>
            <a:lvl9pPr marL="4153068" lvl="8" indent="-655133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494441" y="11233180"/>
            <a:ext cx="27410408" cy="27944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373519" y="17112258"/>
            <a:ext cx="36610544" cy="6986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5801169" y="10328658"/>
            <a:ext cx="36610544" cy="20553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68"/>
              <a:buFont typeface="Calibri"/>
              <a:buNone/>
              <a:defRPr sz="145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17308" algn="l" rtl="0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9271"/>
              <a:buFont typeface="Arial"/>
              <a:buChar char="•"/>
              <a:defRPr sz="92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33171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6"/>
              <a:buFont typeface="Arial"/>
              <a:buChar char="•"/>
              <a:defRPr sz="79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49097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Font typeface="Arial"/>
              <a:buChar char="•"/>
              <a:defRPr sz="66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07059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3361" y="2261658"/>
            <a:ext cx="3204000" cy="3203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9389DF-229F-C461-FA11-37A6BBACC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9593" y="636503"/>
            <a:ext cx="23880102" cy="545029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A53A88F-F772-0C6F-897E-E55D04BF35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4125" y="6223441"/>
            <a:ext cx="14619475" cy="134001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9DA1C5A-ABEF-AB59-EA22-E43EE90094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125" y="19812859"/>
            <a:ext cx="14668247" cy="63221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82B9359-6E6D-60EB-6334-134926CFE9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0432" y="26324208"/>
            <a:ext cx="14613379" cy="157839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F80AE1C-AE1C-C3B4-0A70-2B5882293F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68773" y="6319411"/>
            <a:ext cx="14686537" cy="70232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F9CF6D-4874-2AD3-04AD-5B90B28F57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68773" y="13586456"/>
            <a:ext cx="14546317" cy="1592413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4C74941-AF5D-ED0B-1601-2480D7C855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568773" y="29673409"/>
            <a:ext cx="14960881" cy="133331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2280</TotalTime>
  <Words>0</Words>
  <Application>Microsoft Office PowerPoint</Application>
  <PresentationFormat>사용자 지정</PresentationFormat>
  <Paragraphs>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Brain</dc:creator>
  <cp:lastModifiedBy>Joomin Lee</cp:lastModifiedBy>
  <cp:revision>3</cp:revision>
  <dcterms:created xsi:type="dcterms:W3CDTF">2016-10-11T09:46:40Z</dcterms:created>
  <dcterms:modified xsi:type="dcterms:W3CDTF">2025-12-12T12:57:38Z</dcterms:modified>
</cp:coreProperties>
</file>